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4"/>
  </p:sldMasterIdLst>
  <p:notesMasterIdLst>
    <p:notesMasterId r:id="rId10"/>
  </p:notesMasterIdLst>
  <p:handoutMasterIdLst>
    <p:handoutMasterId r:id="rId11"/>
  </p:handoutMasterIdLst>
  <p:sldIdLst>
    <p:sldId id="335" r:id="rId5"/>
    <p:sldId id="4234" r:id="rId6"/>
    <p:sldId id="4233" r:id="rId7"/>
    <p:sldId id="374" r:id="rId8"/>
    <p:sldId id="423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10B"/>
    <a:srgbClr val="12879E"/>
    <a:srgbClr val="159B8B"/>
    <a:srgbClr val="26A66C"/>
    <a:srgbClr val="0000FF"/>
    <a:srgbClr val="F2F2F2"/>
    <a:srgbClr val="CEEAB0"/>
    <a:srgbClr val="B8E08C"/>
    <a:srgbClr val="00642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DA689-1BAF-4B18-9CE8-8BD076CF4DD1}" v="9" dt="2026-01-30T08:23:14.256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6357" autoAdjust="0"/>
  </p:normalViewPr>
  <p:slideViewPr>
    <p:cSldViewPr snapToGrid="0" snapToObjects="1">
      <p:cViewPr varScale="1">
        <p:scale>
          <a:sx n="86" d="100"/>
          <a:sy n="86" d="100"/>
        </p:scale>
        <p:origin x="756" y="126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52" d="100"/>
          <a:sy n="52" d="100"/>
        </p:scale>
        <p:origin x="294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B848-6AD0-0456-4BA7-4D7B3D83BF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07119-0392-E737-B3C7-0CEE78C7BE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3D0BD-F08E-42DA-B854-00423D92B9E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C1DBE-E0A8-08D9-B44E-8828BE04D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32371-8A53-D3B6-E5AF-359AF8C320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D8C5F-4866-4A40-A25A-E60828BE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88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3967" y="2736086"/>
            <a:ext cx="7062259" cy="1704181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115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3967" y="4440271"/>
            <a:ext cx="7062259" cy="523623"/>
          </a:xfrm>
          <a:prstGeom prst="rect">
            <a:avLst/>
          </a:prstGeom>
        </p:spPr>
        <p:txBody>
          <a:bodyPr lIns="46800" rIns="46800">
            <a:normAutofit/>
          </a:bodyPr>
          <a:lstStyle>
            <a:lvl1pPr marL="0" indent="0" algn="l">
              <a:buNone/>
              <a:defRPr sz="33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23585" indent="0" algn="ctr">
              <a:buNone/>
              <a:defRPr sz="1853"/>
            </a:lvl2pPr>
            <a:lvl3pPr marL="847168" indent="0" algn="ctr">
              <a:buNone/>
              <a:defRPr sz="1668"/>
            </a:lvl3pPr>
            <a:lvl4pPr marL="1270752" indent="0" algn="ctr">
              <a:buNone/>
              <a:defRPr sz="1482"/>
            </a:lvl4pPr>
            <a:lvl5pPr marL="1694335" indent="0" algn="ctr">
              <a:buNone/>
              <a:defRPr sz="1482"/>
            </a:lvl5pPr>
            <a:lvl6pPr marL="2117919" indent="0" algn="ctr">
              <a:buNone/>
              <a:defRPr sz="1482"/>
            </a:lvl6pPr>
            <a:lvl7pPr marL="2541502" indent="0" algn="ctr">
              <a:buNone/>
              <a:defRPr sz="1482"/>
            </a:lvl7pPr>
            <a:lvl8pPr marL="2965086" indent="0" algn="ctr">
              <a:buNone/>
              <a:defRPr sz="1482"/>
            </a:lvl8pPr>
            <a:lvl9pPr marL="3388671" indent="0" algn="ctr">
              <a:buNone/>
              <a:defRPr sz="1482"/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13" name="Rectangle 14"/>
          <p:cNvSpPr/>
          <p:nvPr userDrawn="1"/>
        </p:nvSpPr>
        <p:spPr>
          <a:xfrm>
            <a:off x="12650533" y="0"/>
            <a:ext cx="2630743" cy="20955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364" defTabSz="836795"/>
            <a:r>
              <a:rPr lang="en-US" sz="834" b="1" dirty="0">
                <a:solidFill>
                  <a:srgbClr val="FFFFFF"/>
                </a:solidFill>
                <a:latin typeface="Calibri"/>
                <a:cs typeface="Calibri"/>
              </a:rPr>
              <a:t>Slide Instructions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12770957" y="209560"/>
            <a:ext cx="2503125" cy="24438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836795">
              <a:spcAft>
                <a:spcPts val="278"/>
              </a:spcAft>
            </a:pPr>
            <a:r>
              <a:rPr lang="en-US" sz="604" i="1" dirty="0">
                <a:solidFill>
                  <a:srgbClr val="464B54"/>
                </a:solidFill>
              </a:rPr>
              <a:t>Instructions are not visible during Show Mode</a:t>
            </a:r>
            <a:br>
              <a:rPr lang="en-US" sz="604" i="1" dirty="0">
                <a:solidFill>
                  <a:srgbClr val="464B54"/>
                </a:solidFill>
              </a:rPr>
            </a:br>
            <a:br>
              <a:rPr lang="en-US" sz="604" i="1" dirty="0">
                <a:solidFill>
                  <a:srgbClr val="464B54"/>
                </a:solidFill>
              </a:rPr>
            </a:br>
            <a:r>
              <a:rPr lang="en-US" sz="834" b="1" dirty="0">
                <a:solidFill>
                  <a:srgbClr val="464B54"/>
                </a:solidFill>
              </a:rPr>
              <a:t>To insert images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A different image can be placed in each section of the Presbyterian Health Services logo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If you do not want to put any photos in, it will remain red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Drag the image from your source folder onto the slide or click the placeholder and select the photo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To reposition your photo, click “</a:t>
            </a:r>
            <a:r>
              <a:rPr lang="en-US" sz="741" b="1" dirty="0">
                <a:solidFill>
                  <a:srgbClr val="464B54"/>
                </a:solidFill>
              </a:rPr>
              <a:t>Picture Format” </a:t>
            </a:r>
            <a:r>
              <a:rPr lang="en-US" sz="741" dirty="0">
                <a:solidFill>
                  <a:srgbClr val="464B54"/>
                </a:solidFill>
              </a:rPr>
              <a:t>and then </a:t>
            </a:r>
            <a:r>
              <a:rPr lang="en-US" sz="741" b="1" dirty="0">
                <a:solidFill>
                  <a:srgbClr val="464B54"/>
                </a:solidFill>
              </a:rPr>
              <a:t>“Crop”</a:t>
            </a:r>
          </a:p>
          <a:p>
            <a:pPr marL="86776" indent="-86776" defTabSz="836795">
              <a:spcAft>
                <a:spcPts val="278"/>
              </a:spcAft>
              <a:buFont typeface="Wingdings" charset="2"/>
              <a:buChar char="§"/>
            </a:pPr>
            <a:r>
              <a:rPr lang="en-US" sz="741" dirty="0">
                <a:solidFill>
                  <a:srgbClr val="464B54"/>
                </a:solidFill>
              </a:rPr>
              <a:t>If the image overlaps/hides the text, click “</a:t>
            </a:r>
            <a:r>
              <a:rPr lang="en-US" sz="741" b="1" dirty="0">
                <a:solidFill>
                  <a:srgbClr val="464B54"/>
                </a:solidFill>
              </a:rPr>
              <a:t>reset” </a:t>
            </a:r>
            <a:r>
              <a:rPr lang="en-US" sz="741" dirty="0">
                <a:solidFill>
                  <a:srgbClr val="464B54"/>
                </a:solidFill>
              </a:rPr>
              <a:t>or right click on the image and select </a:t>
            </a:r>
            <a:r>
              <a:rPr lang="en-US" sz="741" b="1" dirty="0">
                <a:solidFill>
                  <a:srgbClr val="464B54"/>
                </a:solidFill>
              </a:rPr>
              <a:t>Arrange &gt; Send to Back</a:t>
            </a:r>
            <a:endParaRPr lang="en-US" sz="741" dirty="0">
              <a:solidFill>
                <a:srgbClr val="464B54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4" y="4998222"/>
            <a:ext cx="7062258" cy="392113"/>
          </a:xfrm>
        </p:spPr>
        <p:txBody>
          <a:bodyPr lIns="46800">
            <a:normAutofit/>
          </a:bodyPr>
          <a:lstStyle>
            <a:lvl1pPr>
              <a:defRPr sz="1297" b="1" cap="all" spc="-29" baseline="0"/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pic>
        <p:nvPicPr>
          <p:cNvPr id="16" name="Picture 15" descr="Pres 2002 3 red cmyk copy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72" y="1472125"/>
            <a:ext cx="5569985" cy="631647"/>
          </a:xfrm>
          <a:prstGeom prst="rect">
            <a:avLst/>
          </a:prstGeom>
        </p:spPr>
      </p:pic>
      <p:sp>
        <p:nvSpPr>
          <p:cNvPr id="17" name="Picture Placeholder 36"/>
          <p:cNvSpPr>
            <a:spLocks noGrp="1"/>
          </p:cNvSpPr>
          <p:nvPr>
            <p:ph type="pic" sz="quarter" idx="10"/>
          </p:nvPr>
        </p:nvSpPr>
        <p:spPr>
          <a:xfrm>
            <a:off x="9077888" y="-5253"/>
            <a:ext cx="3114112" cy="2900343"/>
          </a:xfrm>
          <a:custGeom>
            <a:avLst/>
            <a:gdLst>
              <a:gd name="connsiteX0" fmla="*/ 672070 w 3123802"/>
              <a:gd name="connsiteY0" fmla="*/ 0 h 2900343"/>
              <a:gd name="connsiteX1" fmla="*/ 3123802 w 3123802"/>
              <a:gd name="connsiteY1" fmla="*/ 0 h 2900343"/>
              <a:gd name="connsiteX2" fmla="*/ 3123802 w 3123802"/>
              <a:gd name="connsiteY2" fmla="*/ 843763 h 2900343"/>
              <a:gd name="connsiteX3" fmla="*/ 2520175 w 3123802"/>
              <a:gd name="connsiteY3" fmla="*/ 1799061 h 2900343"/>
              <a:gd name="connsiteX4" fmla="*/ 1880839 w 3123802"/>
              <a:gd name="connsiteY4" fmla="*/ 817754 h 2900343"/>
              <a:gd name="connsiteX5" fmla="*/ 633220 w 3123802"/>
              <a:gd name="connsiteY5" fmla="*/ 2900343 h 2900343"/>
              <a:gd name="connsiteX6" fmla="*/ 569308 w 3123802"/>
              <a:gd name="connsiteY6" fmla="*/ 2842256 h 2900343"/>
              <a:gd name="connsiteX7" fmla="*/ 0 w 3123802"/>
              <a:gd name="connsiteY7" fmla="*/ 1467826 h 2900343"/>
              <a:gd name="connsiteX8" fmla="*/ 569308 w 3123802"/>
              <a:gd name="connsiteY8" fmla="*/ 93397 h 290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3802" h="2900343">
                <a:moveTo>
                  <a:pt x="672070" y="0"/>
                </a:moveTo>
                <a:lnTo>
                  <a:pt x="3123802" y="0"/>
                </a:lnTo>
                <a:lnTo>
                  <a:pt x="3123802" y="843763"/>
                </a:lnTo>
                <a:lnTo>
                  <a:pt x="2520175" y="1799061"/>
                </a:lnTo>
                <a:lnTo>
                  <a:pt x="1880839" y="817754"/>
                </a:lnTo>
                <a:lnTo>
                  <a:pt x="633220" y="2900343"/>
                </a:lnTo>
                <a:lnTo>
                  <a:pt x="569308" y="2842256"/>
                </a:lnTo>
                <a:cubicBezTo>
                  <a:pt x="217561" y="2490508"/>
                  <a:pt x="0" y="2004574"/>
                  <a:pt x="0" y="1467826"/>
                </a:cubicBezTo>
                <a:cubicBezTo>
                  <a:pt x="0" y="931078"/>
                  <a:pt x="217561" y="445144"/>
                  <a:pt x="569308" y="93397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anchor="ctr" anchorCtr="1">
            <a:noAutofit/>
          </a:bodyPr>
          <a:lstStyle>
            <a:lvl1pPr>
              <a:defRPr sz="741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315719" y="1289958"/>
            <a:ext cx="3869644" cy="4572681"/>
          </a:xfrm>
          <a:custGeom>
            <a:avLst/>
            <a:gdLst>
              <a:gd name="connsiteX0" fmla="*/ 0 w 4065587"/>
              <a:gd name="connsiteY0" fmla="*/ 0 h 4719638"/>
              <a:gd name="connsiteX1" fmla="*/ 2032794 w 4065587"/>
              <a:gd name="connsiteY1" fmla="*/ 0 h 4719638"/>
              <a:gd name="connsiteX2" fmla="*/ 2032794 w 4065587"/>
              <a:gd name="connsiteY2" fmla="*/ 2686845 h 4719638"/>
              <a:gd name="connsiteX3" fmla="*/ 4065587 w 4065587"/>
              <a:gd name="connsiteY3" fmla="*/ 2686845 h 4719638"/>
              <a:gd name="connsiteX4" fmla="*/ 4065587 w 4065587"/>
              <a:gd name="connsiteY4" fmla="*/ 4719638 h 4719638"/>
              <a:gd name="connsiteX5" fmla="*/ 0 w 4065587"/>
              <a:gd name="connsiteY5" fmla="*/ 4719638 h 4719638"/>
              <a:gd name="connsiteX6" fmla="*/ 0 w 4065587"/>
              <a:gd name="connsiteY6" fmla="*/ 0 h 4719638"/>
              <a:gd name="connsiteX0" fmla="*/ 0 w 4065587"/>
              <a:gd name="connsiteY0" fmla="*/ 0 h 4719638"/>
              <a:gd name="connsiteX1" fmla="*/ 3322751 w 4065587"/>
              <a:gd name="connsiteY1" fmla="*/ 767442 h 4719638"/>
              <a:gd name="connsiteX2" fmla="*/ 2032794 w 4065587"/>
              <a:gd name="connsiteY2" fmla="*/ 2686845 h 4719638"/>
              <a:gd name="connsiteX3" fmla="*/ 4065587 w 4065587"/>
              <a:gd name="connsiteY3" fmla="*/ 2686845 h 4719638"/>
              <a:gd name="connsiteX4" fmla="*/ 4065587 w 4065587"/>
              <a:gd name="connsiteY4" fmla="*/ 4719638 h 4719638"/>
              <a:gd name="connsiteX5" fmla="*/ 0 w 4065587"/>
              <a:gd name="connsiteY5" fmla="*/ 4719638 h 4719638"/>
              <a:gd name="connsiteX6" fmla="*/ 0 w 4065587"/>
              <a:gd name="connsiteY6" fmla="*/ 0 h 4719638"/>
              <a:gd name="connsiteX0" fmla="*/ 2841172 w 4065587"/>
              <a:gd name="connsiteY0" fmla="*/ 0 h 4686981"/>
              <a:gd name="connsiteX1" fmla="*/ 3322751 w 4065587"/>
              <a:gd name="connsiteY1" fmla="*/ 734785 h 4686981"/>
              <a:gd name="connsiteX2" fmla="*/ 2032794 w 4065587"/>
              <a:gd name="connsiteY2" fmla="*/ 2654188 h 4686981"/>
              <a:gd name="connsiteX3" fmla="*/ 4065587 w 4065587"/>
              <a:gd name="connsiteY3" fmla="*/ 2654188 h 4686981"/>
              <a:gd name="connsiteX4" fmla="*/ 4065587 w 4065587"/>
              <a:gd name="connsiteY4" fmla="*/ 4686981 h 4686981"/>
              <a:gd name="connsiteX5" fmla="*/ 0 w 4065587"/>
              <a:gd name="connsiteY5" fmla="*/ 4686981 h 4686981"/>
              <a:gd name="connsiteX6" fmla="*/ 2841172 w 4065587"/>
              <a:gd name="connsiteY6" fmla="*/ 0 h 4686981"/>
              <a:gd name="connsiteX0" fmla="*/ 2645229 w 3869644"/>
              <a:gd name="connsiteY0" fmla="*/ 0 h 4686981"/>
              <a:gd name="connsiteX1" fmla="*/ 3126808 w 3869644"/>
              <a:gd name="connsiteY1" fmla="*/ 734785 h 4686981"/>
              <a:gd name="connsiteX2" fmla="*/ 1836851 w 3869644"/>
              <a:gd name="connsiteY2" fmla="*/ 2654188 h 4686981"/>
              <a:gd name="connsiteX3" fmla="*/ 3869644 w 3869644"/>
              <a:gd name="connsiteY3" fmla="*/ 2654188 h 4686981"/>
              <a:gd name="connsiteX4" fmla="*/ 3869644 w 3869644"/>
              <a:gd name="connsiteY4" fmla="*/ 4686981 h 4686981"/>
              <a:gd name="connsiteX5" fmla="*/ 0 w 3869644"/>
              <a:gd name="connsiteY5" fmla="*/ 4572681 h 4686981"/>
              <a:gd name="connsiteX6" fmla="*/ 2645229 w 3869644"/>
              <a:gd name="connsiteY6" fmla="*/ 0 h 4686981"/>
              <a:gd name="connsiteX0" fmla="*/ 2645229 w 3869644"/>
              <a:gd name="connsiteY0" fmla="*/ 0 h 4589009"/>
              <a:gd name="connsiteX1" fmla="*/ 3126808 w 3869644"/>
              <a:gd name="connsiteY1" fmla="*/ 734785 h 4589009"/>
              <a:gd name="connsiteX2" fmla="*/ 1836851 w 3869644"/>
              <a:gd name="connsiteY2" fmla="*/ 2654188 h 4589009"/>
              <a:gd name="connsiteX3" fmla="*/ 3869644 w 3869644"/>
              <a:gd name="connsiteY3" fmla="*/ 2654188 h 4589009"/>
              <a:gd name="connsiteX4" fmla="*/ 3869644 w 3869644"/>
              <a:gd name="connsiteY4" fmla="*/ 4589009 h 4589009"/>
              <a:gd name="connsiteX5" fmla="*/ 0 w 3869644"/>
              <a:gd name="connsiteY5" fmla="*/ 4572681 h 4589009"/>
              <a:gd name="connsiteX6" fmla="*/ 2645229 w 3869644"/>
              <a:gd name="connsiteY6" fmla="*/ 0 h 4589009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836851 w 3869644"/>
              <a:gd name="connsiteY2" fmla="*/ 2654188 h 4572681"/>
              <a:gd name="connsiteX3" fmla="*/ 3869644 w 3869644"/>
              <a:gd name="connsiteY3" fmla="*/ 2654188 h 4572681"/>
              <a:gd name="connsiteX4" fmla="*/ 3869644 w 3869644"/>
              <a:gd name="connsiteY4" fmla="*/ 4556352 h 4572681"/>
              <a:gd name="connsiteX5" fmla="*/ 0 w 3869644"/>
              <a:gd name="connsiteY5" fmla="*/ 4572681 h 4572681"/>
              <a:gd name="connsiteX6" fmla="*/ 2645229 w 3869644"/>
              <a:gd name="connsiteY6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836851 w 3869644"/>
              <a:gd name="connsiteY2" fmla="*/ 2654188 h 4572681"/>
              <a:gd name="connsiteX3" fmla="*/ 3869644 w 3869644"/>
              <a:gd name="connsiteY3" fmla="*/ 2654188 h 4572681"/>
              <a:gd name="connsiteX4" fmla="*/ 3869644 w 3869644"/>
              <a:gd name="connsiteY4" fmla="*/ 4572680 h 4572681"/>
              <a:gd name="connsiteX5" fmla="*/ 0 w 3869644"/>
              <a:gd name="connsiteY5" fmla="*/ 4572681 h 4572681"/>
              <a:gd name="connsiteX6" fmla="*/ 2645229 w 3869644"/>
              <a:gd name="connsiteY6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836851 w 3869644"/>
              <a:gd name="connsiteY2" fmla="*/ 2654188 h 4572681"/>
              <a:gd name="connsiteX3" fmla="*/ 3869644 w 3869644"/>
              <a:gd name="connsiteY3" fmla="*/ 4238060 h 4572681"/>
              <a:gd name="connsiteX4" fmla="*/ 3869644 w 3869644"/>
              <a:gd name="connsiteY4" fmla="*/ 4572680 h 4572681"/>
              <a:gd name="connsiteX5" fmla="*/ 0 w 3869644"/>
              <a:gd name="connsiteY5" fmla="*/ 4572681 h 4572681"/>
              <a:gd name="connsiteX6" fmla="*/ 2645229 w 3869644"/>
              <a:gd name="connsiteY6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836851 w 3869644"/>
              <a:gd name="connsiteY2" fmla="*/ 2654188 h 4572681"/>
              <a:gd name="connsiteX3" fmla="*/ 3020557 w 3869644"/>
              <a:gd name="connsiteY3" fmla="*/ 3608614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836851 w 3869644"/>
              <a:gd name="connsiteY2" fmla="*/ 2654188 h 4572681"/>
              <a:gd name="connsiteX3" fmla="*/ 3543072 w 3869644"/>
              <a:gd name="connsiteY3" fmla="*/ 3771900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71900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71900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71900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0860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  <a:gd name="connsiteX0" fmla="*/ 2645229 w 3869644"/>
              <a:gd name="connsiteY0" fmla="*/ 0 h 4572681"/>
              <a:gd name="connsiteX1" fmla="*/ 3126808 w 3869644"/>
              <a:gd name="connsiteY1" fmla="*/ 734785 h 4572681"/>
              <a:gd name="connsiteX2" fmla="*/ 1363322 w 3869644"/>
              <a:gd name="connsiteY2" fmla="*/ 3788175 h 4572681"/>
              <a:gd name="connsiteX3" fmla="*/ 3543072 w 3869644"/>
              <a:gd name="connsiteY3" fmla="*/ 3788228 h 4572681"/>
              <a:gd name="connsiteX4" fmla="*/ 3869644 w 3869644"/>
              <a:gd name="connsiteY4" fmla="*/ 4238060 h 4572681"/>
              <a:gd name="connsiteX5" fmla="*/ 3869644 w 3869644"/>
              <a:gd name="connsiteY5" fmla="*/ 4572680 h 4572681"/>
              <a:gd name="connsiteX6" fmla="*/ 0 w 3869644"/>
              <a:gd name="connsiteY6" fmla="*/ 4572681 h 4572681"/>
              <a:gd name="connsiteX7" fmla="*/ 2645229 w 3869644"/>
              <a:gd name="connsiteY7" fmla="*/ 0 h 4572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9644" h="4572681">
                <a:moveTo>
                  <a:pt x="2645229" y="0"/>
                </a:moveTo>
                <a:lnTo>
                  <a:pt x="3126808" y="734785"/>
                </a:lnTo>
                <a:lnTo>
                  <a:pt x="1363322" y="3788175"/>
                </a:lnTo>
                <a:lnTo>
                  <a:pt x="3543072" y="3788228"/>
                </a:lnTo>
                <a:cubicBezTo>
                  <a:pt x="3675572" y="3796048"/>
                  <a:pt x="3760787" y="4088116"/>
                  <a:pt x="3869644" y="4238060"/>
                </a:cubicBezTo>
                <a:lnTo>
                  <a:pt x="3869644" y="4572680"/>
                </a:lnTo>
                <a:lnTo>
                  <a:pt x="0" y="4572681"/>
                </a:lnTo>
                <a:lnTo>
                  <a:pt x="264522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 anchorCtr="1">
            <a:normAutofit/>
          </a:bodyPr>
          <a:lstStyle>
            <a:lvl1pPr>
              <a:defRPr sz="741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46"/>
          <p:cNvSpPr>
            <a:spLocks noGrp="1"/>
          </p:cNvSpPr>
          <p:nvPr>
            <p:ph type="pic" sz="quarter" idx="12"/>
          </p:nvPr>
        </p:nvSpPr>
        <p:spPr>
          <a:xfrm>
            <a:off x="10127962" y="1224614"/>
            <a:ext cx="2057400" cy="3626786"/>
          </a:xfrm>
          <a:custGeom>
            <a:avLst/>
            <a:gdLst>
              <a:gd name="connsiteX0" fmla="*/ 2073274 w 2073274"/>
              <a:gd name="connsiteY0" fmla="*/ 0 h 3626786"/>
              <a:gd name="connsiteX1" fmla="*/ 2073274 w 2073274"/>
              <a:gd name="connsiteY1" fmla="*/ 1670719 h 3626786"/>
              <a:gd name="connsiteX2" fmla="*/ 946150 w 2073274"/>
              <a:gd name="connsiteY2" fmla="*/ 3626786 h 3626786"/>
              <a:gd name="connsiteX3" fmla="*/ 0 w 2073274"/>
              <a:gd name="connsiteY3" fmla="*/ 3626786 h 362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3274" h="3626786">
                <a:moveTo>
                  <a:pt x="2073274" y="0"/>
                </a:moveTo>
                <a:lnTo>
                  <a:pt x="2073274" y="1670719"/>
                </a:lnTo>
                <a:lnTo>
                  <a:pt x="946150" y="3626786"/>
                </a:lnTo>
                <a:lnTo>
                  <a:pt x="0" y="36267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anchor="ctr" anchorCtr="1">
            <a:noAutofit/>
          </a:bodyPr>
          <a:lstStyle>
            <a:lvl1pPr>
              <a:defRPr sz="741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50"/>
          <p:cNvSpPr>
            <a:spLocks noGrp="1"/>
          </p:cNvSpPr>
          <p:nvPr>
            <p:ph type="pic" sz="quarter" idx="13"/>
          </p:nvPr>
        </p:nvSpPr>
        <p:spPr>
          <a:xfrm>
            <a:off x="8942418" y="6121401"/>
            <a:ext cx="3242944" cy="736600"/>
          </a:xfrm>
          <a:custGeom>
            <a:avLst/>
            <a:gdLst>
              <a:gd name="connsiteX0" fmla="*/ 423545 w 3242944"/>
              <a:gd name="connsiteY0" fmla="*/ 0 h 736600"/>
              <a:gd name="connsiteX1" fmla="*/ 3242944 w 3242944"/>
              <a:gd name="connsiteY1" fmla="*/ 0 h 736600"/>
              <a:gd name="connsiteX2" fmla="*/ 3242944 w 3242944"/>
              <a:gd name="connsiteY2" fmla="*/ 736600 h 736600"/>
              <a:gd name="connsiteX3" fmla="*/ 0 w 3242944"/>
              <a:gd name="connsiteY3" fmla="*/ 7366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944" h="736600">
                <a:moveTo>
                  <a:pt x="423545" y="0"/>
                </a:moveTo>
                <a:lnTo>
                  <a:pt x="3242944" y="0"/>
                </a:lnTo>
                <a:lnTo>
                  <a:pt x="3242944" y="736600"/>
                </a:lnTo>
                <a:lnTo>
                  <a:pt x="0" y="7366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anchor="ctr" anchorCtr="1">
            <a:noAutofit/>
          </a:bodyPr>
          <a:lstStyle>
            <a:lvl1pPr>
              <a:defRPr sz="741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44"/>
          <p:cNvSpPr>
            <a:spLocks noGrp="1"/>
          </p:cNvSpPr>
          <p:nvPr>
            <p:ph type="pic" sz="quarter" idx="14"/>
          </p:nvPr>
        </p:nvSpPr>
        <p:spPr>
          <a:xfrm>
            <a:off x="11766926" y="3400425"/>
            <a:ext cx="425075" cy="1616075"/>
          </a:xfrm>
          <a:custGeom>
            <a:avLst/>
            <a:gdLst>
              <a:gd name="connsiteX0" fmla="*/ 0 w 396875"/>
              <a:gd name="connsiteY0" fmla="*/ 0 h 1689100"/>
              <a:gd name="connsiteX1" fmla="*/ 396875 w 396875"/>
              <a:gd name="connsiteY1" fmla="*/ 0 h 1689100"/>
              <a:gd name="connsiteX2" fmla="*/ 396875 w 396875"/>
              <a:gd name="connsiteY2" fmla="*/ 1689100 h 1689100"/>
              <a:gd name="connsiteX3" fmla="*/ 0 w 396875"/>
              <a:gd name="connsiteY3" fmla="*/ 1689100 h 1689100"/>
              <a:gd name="connsiteX4" fmla="*/ 0 w 396875"/>
              <a:gd name="connsiteY4" fmla="*/ 0 h 1689100"/>
              <a:gd name="connsiteX0" fmla="*/ 0 w 409575"/>
              <a:gd name="connsiteY0" fmla="*/ 749300 h 1689100"/>
              <a:gd name="connsiteX1" fmla="*/ 409575 w 409575"/>
              <a:gd name="connsiteY1" fmla="*/ 0 h 1689100"/>
              <a:gd name="connsiteX2" fmla="*/ 409575 w 409575"/>
              <a:gd name="connsiteY2" fmla="*/ 1689100 h 1689100"/>
              <a:gd name="connsiteX3" fmla="*/ 12700 w 409575"/>
              <a:gd name="connsiteY3" fmla="*/ 1689100 h 1689100"/>
              <a:gd name="connsiteX4" fmla="*/ 0 w 409575"/>
              <a:gd name="connsiteY4" fmla="*/ 749300 h 1689100"/>
              <a:gd name="connsiteX0" fmla="*/ 0 w 409575"/>
              <a:gd name="connsiteY0" fmla="*/ 749300 h 1689100"/>
              <a:gd name="connsiteX1" fmla="*/ 409575 w 409575"/>
              <a:gd name="connsiteY1" fmla="*/ 0 h 1689100"/>
              <a:gd name="connsiteX2" fmla="*/ 409575 w 409575"/>
              <a:gd name="connsiteY2" fmla="*/ 1689100 h 1689100"/>
              <a:gd name="connsiteX3" fmla="*/ 12700 w 409575"/>
              <a:gd name="connsiteY3" fmla="*/ 952500 h 1689100"/>
              <a:gd name="connsiteX4" fmla="*/ 0 w 409575"/>
              <a:gd name="connsiteY4" fmla="*/ 749300 h 1689100"/>
              <a:gd name="connsiteX0" fmla="*/ 6350 w 415925"/>
              <a:gd name="connsiteY0" fmla="*/ 749300 h 1689100"/>
              <a:gd name="connsiteX1" fmla="*/ 415925 w 415925"/>
              <a:gd name="connsiteY1" fmla="*/ 0 h 1689100"/>
              <a:gd name="connsiteX2" fmla="*/ 415925 w 415925"/>
              <a:gd name="connsiteY2" fmla="*/ 1689100 h 1689100"/>
              <a:gd name="connsiteX3" fmla="*/ 0 w 415925"/>
              <a:gd name="connsiteY3" fmla="*/ 936625 h 1689100"/>
              <a:gd name="connsiteX4" fmla="*/ 6350 w 415925"/>
              <a:gd name="connsiteY4" fmla="*/ 749300 h 1689100"/>
              <a:gd name="connsiteX0" fmla="*/ 0 w 409575"/>
              <a:gd name="connsiteY0" fmla="*/ 749300 h 1689100"/>
              <a:gd name="connsiteX1" fmla="*/ 409575 w 409575"/>
              <a:gd name="connsiteY1" fmla="*/ 0 h 1689100"/>
              <a:gd name="connsiteX2" fmla="*/ 409575 w 409575"/>
              <a:gd name="connsiteY2" fmla="*/ 1689100 h 1689100"/>
              <a:gd name="connsiteX3" fmla="*/ 0 w 409575"/>
              <a:gd name="connsiteY3" fmla="*/ 936625 h 1689100"/>
              <a:gd name="connsiteX4" fmla="*/ 0 w 409575"/>
              <a:gd name="connsiteY4" fmla="*/ 749300 h 1689100"/>
              <a:gd name="connsiteX0" fmla="*/ 0 w 409575"/>
              <a:gd name="connsiteY0" fmla="*/ 676275 h 1616075"/>
              <a:gd name="connsiteX1" fmla="*/ 406400 w 409575"/>
              <a:gd name="connsiteY1" fmla="*/ 0 h 1616075"/>
              <a:gd name="connsiteX2" fmla="*/ 409575 w 409575"/>
              <a:gd name="connsiteY2" fmla="*/ 1616075 h 1616075"/>
              <a:gd name="connsiteX3" fmla="*/ 0 w 409575"/>
              <a:gd name="connsiteY3" fmla="*/ 863600 h 1616075"/>
              <a:gd name="connsiteX4" fmla="*/ 0 w 409575"/>
              <a:gd name="connsiteY4" fmla="*/ 676275 h 1616075"/>
              <a:gd name="connsiteX0" fmla="*/ 9877 w 419452"/>
              <a:gd name="connsiteY0" fmla="*/ 676275 h 1616075"/>
              <a:gd name="connsiteX1" fmla="*/ 416277 w 419452"/>
              <a:gd name="connsiteY1" fmla="*/ 0 h 1616075"/>
              <a:gd name="connsiteX2" fmla="*/ 419452 w 419452"/>
              <a:gd name="connsiteY2" fmla="*/ 1616075 h 1616075"/>
              <a:gd name="connsiteX3" fmla="*/ 9877 w 419452"/>
              <a:gd name="connsiteY3" fmla="*/ 863600 h 1616075"/>
              <a:gd name="connsiteX4" fmla="*/ 9877 w 419452"/>
              <a:gd name="connsiteY4" fmla="*/ 676275 h 1616075"/>
              <a:gd name="connsiteX0" fmla="*/ 15500 w 425075"/>
              <a:gd name="connsiteY0" fmla="*/ 676275 h 1616075"/>
              <a:gd name="connsiteX1" fmla="*/ 421900 w 425075"/>
              <a:gd name="connsiteY1" fmla="*/ 0 h 1616075"/>
              <a:gd name="connsiteX2" fmla="*/ 425075 w 425075"/>
              <a:gd name="connsiteY2" fmla="*/ 1616075 h 1616075"/>
              <a:gd name="connsiteX3" fmla="*/ 15500 w 425075"/>
              <a:gd name="connsiteY3" fmla="*/ 863600 h 1616075"/>
              <a:gd name="connsiteX4" fmla="*/ 15500 w 425075"/>
              <a:gd name="connsiteY4" fmla="*/ 676275 h 161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075" h="1616075">
                <a:moveTo>
                  <a:pt x="15500" y="676275"/>
                </a:moveTo>
                <a:lnTo>
                  <a:pt x="421900" y="0"/>
                </a:lnTo>
                <a:cubicBezTo>
                  <a:pt x="422958" y="538692"/>
                  <a:pt x="424017" y="1077383"/>
                  <a:pt x="425075" y="1616075"/>
                </a:cubicBezTo>
                <a:lnTo>
                  <a:pt x="15500" y="863600"/>
                </a:lnTo>
                <a:cubicBezTo>
                  <a:pt x="-3550" y="785283"/>
                  <a:pt x="-6725" y="786342"/>
                  <a:pt x="15500" y="67627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 anchorCtr="1">
            <a:normAutofit/>
          </a:bodyPr>
          <a:lstStyle>
            <a:lvl1pPr>
              <a:defRPr sz="741">
                <a:noFill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420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157">
          <p15:clr>
            <a:srgbClr val="FBAE40"/>
          </p15:clr>
        </p15:guide>
        <p15:guide id="2" pos="5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3967" y="2736086"/>
            <a:ext cx="7061097" cy="1704181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115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3967" y="4440271"/>
            <a:ext cx="7061097" cy="523623"/>
          </a:xfrm>
          <a:prstGeom prst="rect">
            <a:avLst/>
          </a:prstGeom>
        </p:spPr>
        <p:txBody>
          <a:bodyPr lIns="46800" rIns="46800">
            <a:normAutofit/>
          </a:bodyPr>
          <a:lstStyle>
            <a:lvl1pPr marL="0" indent="0" algn="l">
              <a:buNone/>
              <a:defRPr sz="33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23585" indent="0" algn="ctr">
              <a:buNone/>
              <a:defRPr sz="1853"/>
            </a:lvl2pPr>
            <a:lvl3pPr marL="847168" indent="0" algn="ctr">
              <a:buNone/>
              <a:defRPr sz="1668"/>
            </a:lvl3pPr>
            <a:lvl4pPr marL="1270752" indent="0" algn="ctr">
              <a:buNone/>
              <a:defRPr sz="1482"/>
            </a:lvl4pPr>
            <a:lvl5pPr marL="1694335" indent="0" algn="ctr">
              <a:buNone/>
              <a:defRPr sz="1482"/>
            </a:lvl5pPr>
            <a:lvl6pPr marL="2117919" indent="0" algn="ctr">
              <a:buNone/>
              <a:defRPr sz="1482"/>
            </a:lvl6pPr>
            <a:lvl7pPr marL="2541502" indent="0" algn="ctr">
              <a:buNone/>
              <a:defRPr sz="1482"/>
            </a:lvl7pPr>
            <a:lvl8pPr marL="2965086" indent="0" algn="ctr">
              <a:buNone/>
              <a:defRPr sz="1482"/>
            </a:lvl8pPr>
            <a:lvl9pPr marL="3388671" indent="0" algn="ctr">
              <a:buNone/>
              <a:defRPr sz="1482"/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4998222"/>
            <a:ext cx="7061097" cy="392113"/>
          </a:xfrm>
        </p:spPr>
        <p:txBody>
          <a:bodyPr lIns="46800">
            <a:normAutofit/>
          </a:bodyPr>
          <a:lstStyle>
            <a:lvl1pPr>
              <a:defRPr sz="1297" b="1" cap="all" spc="-29" baseline="0"/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9610" y="1"/>
            <a:ext cx="387239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24" y="908755"/>
            <a:ext cx="7250645" cy="14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44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157">
          <p15:clr>
            <a:srgbClr val="FBAE40"/>
          </p15:clr>
        </p15:guide>
        <p15:guide id="2" pos="51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918" y="1633539"/>
            <a:ext cx="10538883" cy="4532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5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41272" indent="-317687">
              <a:buClr>
                <a:schemeClr val="tx2"/>
              </a:buClr>
              <a:buSzPct val="111000"/>
              <a:buFont typeface="Arial" charset="0"/>
              <a:buChar char="•"/>
              <a:defRPr sz="1853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64856" indent="-317687">
              <a:buClr>
                <a:schemeClr val="tx2"/>
              </a:buClr>
              <a:buFont typeface="Arial" charset="0"/>
              <a:buChar char="•"/>
              <a:defRPr sz="1668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535492" indent="-264741">
              <a:buClr>
                <a:schemeClr val="tx2"/>
              </a:buClr>
              <a:buFont typeface="Arial" charset="0"/>
              <a:buChar char="•"/>
              <a:defRPr sz="1482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959076" indent="-264741">
              <a:buClr>
                <a:schemeClr val="tx2"/>
              </a:buClr>
              <a:buFont typeface="Arial" charset="0"/>
              <a:buChar char="•"/>
              <a:defRPr sz="1482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14921" y="1052519"/>
            <a:ext cx="10524067" cy="339725"/>
          </a:xfrm>
          <a:prstGeom prst="rect">
            <a:avLst/>
          </a:prstGeom>
        </p:spPr>
        <p:txBody>
          <a:bodyPr lIns="46800" rIns="46800">
            <a:noAutofit/>
          </a:bodyPr>
          <a:lstStyle>
            <a:lvl1pPr>
              <a:defRPr sz="1668" spc="-29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26927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46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920" y="1633539"/>
            <a:ext cx="5043189" cy="4532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5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41272" indent="-317687">
              <a:buClr>
                <a:schemeClr val="tx2"/>
              </a:buClr>
              <a:buSzPct val="111000"/>
              <a:buFont typeface="Arial" charset="0"/>
              <a:buChar char="•"/>
              <a:defRPr sz="1853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64856" indent="-317687">
              <a:buClr>
                <a:schemeClr val="tx2"/>
              </a:buClr>
              <a:buFont typeface="Arial" charset="0"/>
              <a:buChar char="•"/>
              <a:defRPr sz="1668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535492" indent="-264741">
              <a:buClr>
                <a:schemeClr val="tx2"/>
              </a:buClr>
              <a:buFont typeface="Arial" charset="0"/>
              <a:buChar char="•"/>
              <a:defRPr sz="1482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959076" indent="-264741">
              <a:buClr>
                <a:schemeClr val="tx2"/>
              </a:buClr>
              <a:buFont typeface="Arial" charset="0"/>
              <a:buChar char="•"/>
              <a:defRPr sz="1482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26927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6343806" y="1633539"/>
            <a:ext cx="5005763" cy="4532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5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41272" indent="-317687">
              <a:buClr>
                <a:schemeClr val="tx2"/>
              </a:buClr>
              <a:buSzPct val="111000"/>
              <a:buFont typeface="Arial" charset="0"/>
              <a:buChar char="•"/>
              <a:defRPr sz="1853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64856" indent="-317687">
              <a:buClr>
                <a:schemeClr val="tx2"/>
              </a:buClr>
              <a:buFont typeface="Arial" charset="0"/>
              <a:buChar char="•"/>
              <a:defRPr sz="1668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535492" indent="-264741">
              <a:buClr>
                <a:schemeClr val="tx2"/>
              </a:buClr>
              <a:buFont typeface="Arial" charset="0"/>
              <a:buChar char="•"/>
              <a:defRPr sz="1482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959076" indent="-264741">
              <a:buClr>
                <a:schemeClr val="tx2"/>
              </a:buClr>
              <a:buFont typeface="Arial" charset="0"/>
              <a:buChar char="•"/>
              <a:defRPr sz="1482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14919" y="1052519"/>
            <a:ext cx="10534648" cy="339725"/>
          </a:xfrm>
          <a:prstGeom prst="rect">
            <a:avLst/>
          </a:prstGeom>
        </p:spPr>
        <p:txBody>
          <a:bodyPr lIns="46800" anchor="t">
            <a:noAutofit/>
          </a:bodyPr>
          <a:lstStyle>
            <a:lvl1pPr>
              <a:defRPr sz="1668" spc="-29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4929" y="401293"/>
            <a:ext cx="10534649" cy="6459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70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0" y="3"/>
            <a:ext cx="12192000" cy="64231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37" name="Freeform 36"/>
          <p:cNvSpPr/>
          <p:nvPr userDrawn="1"/>
        </p:nvSpPr>
        <p:spPr>
          <a:xfrm>
            <a:off x="833969" y="2702231"/>
            <a:ext cx="10524067" cy="3099903"/>
          </a:xfrm>
          <a:custGeom>
            <a:avLst/>
            <a:gdLst>
              <a:gd name="connsiteX0" fmla="*/ 117986 w 7728155"/>
              <a:gd name="connsiteY0" fmla="*/ 120728 h 3099902"/>
              <a:gd name="connsiteX1" fmla="*/ 117986 w 7728155"/>
              <a:gd name="connsiteY1" fmla="*/ 2979174 h 3099902"/>
              <a:gd name="connsiteX2" fmla="*/ 7610168 w 7728155"/>
              <a:gd name="connsiteY2" fmla="*/ 2979174 h 3099902"/>
              <a:gd name="connsiteX3" fmla="*/ 7610168 w 7728155"/>
              <a:gd name="connsiteY3" fmla="*/ 120728 h 3099902"/>
              <a:gd name="connsiteX4" fmla="*/ 0 w 7728155"/>
              <a:gd name="connsiteY4" fmla="*/ 0 h 3099902"/>
              <a:gd name="connsiteX5" fmla="*/ 7728155 w 7728155"/>
              <a:gd name="connsiteY5" fmla="*/ 0 h 3099902"/>
              <a:gd name="connsiteX6" fmla="*/ 7728155 w 7728155"/>
              <a:gd name="connsiteY6" fmla="*/ 3099902 h 3099902"/>
              <a:gd name="connsiteX7" fmla="*/ 0 w 7728155"/>
              <a:gd name="connsiteY7" fmla="*/ 3099902 h 309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8155" h="3099902">
                <a:moveTo>
                  <a:pt x="117986" y="120728"/>
                </a:moveTo>
                <a:lnTo>
                  <a:pt x="117986" y="2979174"/>
                </a:lnTo>
                <a:lnTo>
                  <a:pt x="7610168" y="2979174"/>
                </a:lnTo>
                <a:lnTo>
                  <a:pt x="7610168" y="120728"/>
                </a:lnTo>
                <a:close/>
                <a:moveTo>
                  <a:pt x="0" y="0"/>
                </a:moveTo>
                <a:lnTo>
                  <a:pt x="7728155" y="0"/>
                </a:lnTo>
                <a:lnTo>
                  <a:pt x="7728155" y="3099902"/>
                </a:lnTo>
                <a:lnTo>
                  <a:pt x="0" y="30999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ctrTitle"/>
          </p:nvPr>
        </p:nvSpPr>
        <p:spPr>
          <a:xfrm>
            <a:off x="1728935" y="3328169"/>
            <a:ext cx="8721361" cy="1058231"/>
          </a:xfrm>
        </p:spPr>
        <p:txBody>
          <a:bodyPr anchor="b">
            <a:noAutofit/>
          </a:bodyPr>
          <a:lstStyle>
            <a:lvl1pPr algn="l">
              <a:defRPr sz="4077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>
          <a:xfrm>
            <a:off x="1711881" y="4435623"/>
            <a:ext cx="8732557" cy="440093"/>
          </a:xfrm>
          <a:prstGeom prst="rect">
            <a:avLst/>
          </a:prstGeom>
        </p:spPr>
        <p:txBody>
          <a:bodyPr lIns="46800" tIns="0" rIns="108000" bIns="72000">
            <a:noAutofit/>
          </a:bodyPr>
          <a:lstStyle>
            <a:lvl1pPr marL="0" indent="0" algn="l">
              <a:buNone/>
              <a:defRPr sz="2965" b="0">
                <a:solidFill>
                  <a:schemeClr val="bg1"/>
                </a:solidFill>
              </a:defRPr>
            </a:lvl1pPr>
            <a:lvl2pPr marL="423585" indent="0" algn="ctr">
              <a:buNone/>
              <a:defRPr sz="1853"/>
            </a:lvl2pPr>
            <a:lvl3pPr marL="847168" indent="0" algn="ctr">
              <a:buNone/>
              <a:defRPr sz="1668"/>
            </a:lvl3pPr>
            <a:lvl4pPr marL="1270752" indent="0" algn="ctr">
              <a:buNone/>
              <a:defRPr sz="1482"/>
            </a:lvl4pPr>
            <a:lvl5pPr marL="1694335" indent="0" algn="ctr">
              <a:buNone/>
              <a:defRPr sz="1482"/>
            </a:lvl5pPr>
            <a:lvl6pPr marL="2117919" indent="0" algn="ctr">
              <a:buNone/>
              <a:defRPr sz="1482"/>
            </a:lvl6pPr>
            <a:lvl7pPr marL="2541502" indent="0" algn="ctr">
              <a:buNone/>
              <a:defRPr sz="1482"/>
            </a:lvl7pPr>
            <a:lvl8pPr marL="2965086" indent="0" algn="ctr">
              <a:buNone/>
              <a:defRPr sz="1482"/>
            </a:lvl8pPr>
            <a:lvl9pPr marL="3388671" indent="0" algn="ctr">
              <a:buNone/>
              <a:defRPr sz="1482"/>
            </a:lvl9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411296"/>
            <a:ext cx="12192000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44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0" y="3"/>
            <a:ext cx="12192000" cy="6423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37" name="Freeform 36"/>
          <p:cNvSpPr/>
          <p:nvPr userDrawn="1"/>
        </p:nvSpPr>
        <p:spPr>
          <a:xfrm>
            <a:off x="833969" y="2702231"/>
            <a:ext cx="10524067" cy="3099903"/>
          </a:xfrm>
          <a:custGeom>
            <a:avLst/>
            <a:gdLst>
              <a:gd name="connsiteX0" fmla="*/ 117986 w 7728155"/>
              <a:gd name="connsiteY0" fmla="*/ 120728 h 3099902"/>
              <a:gd name="connsiteX1" fmla="*/ 117986 w 7728155"/>
              <a:gd name="connsiteY1" fmla="*/ 2979174 h 3099902"/>
              <a:gd name="connsiteX2" fmla="*/ 7610168 w 7728155"/>
              <a:gd name="connsiteY2" fmla="*/ 2979174 h 3099902"/>
              <a:gd name="connsiteX3" fmla="*/ 7610168 w 7728155"/>
              <a:gd name="connsiteY3" fmla="*/ 120728 h 3099902"/>
              <a:gd name="connsiteX4" fmla="*/ 0 w 7728155"/>
              <a:gd name="connsiteY4" fmla="*/ 0 h 3099902"/>
              <a:gd name="connsiteX5" fmla="*/ 7728155 w 7728155"/>
              <a:gd name="connsiteY5" fmla="*/ 0 h 3099902"/>
              <a:gd name="connsiteX6" fmla="*/ 7728155 w 7728155"/>
              <a:gd name="connsiteY6" fmla="*/ 3099902 h 3099902"/>
              <a:gd name="connsiteX7" fmla="*/ 0 w 7728155"/>
              <a:gd name="connsiteY7" fmla="*/ 3099902 h 309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8155" h="3099902">
                <a:moveTo>
                  <a:pt x="117986" y="120728"/>
                </a:moveTo>
                <a:lnTo>
                  <a:pt x="117986" y="2979174"/>
                </a:lnTo>
                <a:lnTo>
                  <a:pt x="7610168" y="2979174"/>
                </a:lnTo>
                <a:lnTo>
                  <a:pt x="7610168" y="120728"/>
                </a:lnTo>
                <a:close/>
                <a:moveTo>
                  <a:pt x="0" y="0"/>
                </a:moveTo>
                <a:lnTo>
                  <a:pt x="7728155" y="0"/>
                </a:lnTo>
                <a:lnTo>
                  <a:pt x="7728155" y="3099902"/>
                </a:lnTo>
                <a:lnTo>
                  <a:pt x="0" y="30999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ctrTitle"/>
          </p:nvPr>
        </p:nvSpPr>
        <p:spPr>
          <a:xfrm>
            <a:off x="1728935" y="3328169"/>
            <a:ext cx="8721361" cy="1058231"/>
          </a:xfrm>
        </p:spPr>
        <p:txBody>
          <a:bodyPr anchor="b">
            <a:noAutofit/>
          </a:bodyPr>
          <a:lstStyle>
            <a:lvl1pPr algn="l">
              <a:defRPr sz="4077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>
          <a:xfrm>
            <a:off x="1711881" y="4435623"/>
            <a:ext cx="8732557" cy="440093"/>
          </a:xfrm>
          <a:prstGeom prst="rect">
            <a:avLst/>
          </a:prstGeom>
        </p:spPr>
        <p:txBody>
          <a:bodyPr lIns="46800" tIns="0" rIns="108000" bIns="72000">
            <a:noAutofit/>
          </a:bodyPr>
          <a:lstStyle>
            <a:lvl1pPr marL="0" indent="0" algn="l">
              <a:buNone/>
              <a:defRPr sz="2965" b="0">
                <a:solidFill>
                  <a:schemeClr val="bg1"/>
                </a:solidFill>
              </a:defRPr>
            </a:lvl1pPr>
            <a:lvl2pPr marL="423585" indent="0" algn="ctr">
              <a:buNone/>
              <a:defRPr sz="1853"/>
            </a:lvl2pPr>
            <a:lvl3pPr marL="847168" indent="0" algn="ctr">
              <a:buNone/>
              <a:defRPr sz="1668"/>
            </a:lvl3pPr>
            <a:lvl4pPr marL="1270752" indent="0" algn="ctr">
              <a:buNone/>
              <a:defRPr sz="1482"/>
            </a:lvl4pPr>
            <a:lvl5pPr marL="1694335" indent="0" algn="ctr">
              <a:buNone/>
              <a:defRPr sz="1482"/>
            </a:lvl5pPr>
            <a:lvl6pPr marL="2117919" indent="0" algn="ctr">
              <a:buNone/>
              <a:defRPr sz="1482"/>
            </a:lvl6pPr>
            <a:lvl7pPr marL="2541502" indent="0" algn="ctr">
              <a:buNone/>
              <a:defRPr sz="1482"/>
            </a:lvl7pPr>
            <a:lvl8pPr marL="2965086" indent="0" algn="ctr">
              <a:buNone/>
              <a:defRPr sz="1482"/>
            </a:lvl8pPr>
            <a:lvl9pPr marL="3388671" indent="0" algn="ctr">
              <a:buNone/>
              <a:defRPr sz="1482"/>
            </a:lvl9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411296"/>
            <a:ext cx="12192000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1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0" y="3"/>
            <a:ext cx="12192000" cy="64231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37" name="Freeform 36"/>
          <p:cNvSpPr/>
          <p:nvPr userDrawn="1"/>
        </p:nvSpPr>
        <p:spPr>
          <a:xfrm>
            <a:off x="833969" y="2702231"/>
            <a:ext cx="10524067" cy="3099903"/>
          </a:xfrm>
          <a:custGeom>
            <a:avLst/>
            <a:gdLst>
              <a:gd name="connsiteX0" fmla="*/ 117986 w 7728155"/>
              <a:gd name="connsiteY0" fmla="*/ 120728 h 3099902"/>
              <a:gd name="connsiteX1" fmla="*/ 117986 w 7728155"/>
              <a:gd name="connsiteY1" fmla="*/ 2979174 h 3099902"/>
              <a:gd name="connsiteX2" fmla="*/ 7610168 w 7728155"/>
              <a:gd name="connsiteY2" fmla="*/ 2979174 h 3099902"/>
              <a:gd name="connsiteX3" fmla="*/ 7610168 w 7728155"/>
              <a:gd name="connsiteY3" fmla="*/ 120728 h 3099902"/>
              <a:gd name="connsiteX4" fmla="*/ 0 w 7728155"/>
              <a:gd name="connsiteY4" fmla="*/ 0 h 3099902"/>
              <a:gd name="connsiteX5" fmla="*/ 7728155 w 7728155"/>
              <a:gd name="connsiteY5" fmla="*/ 0 h 3099902"/>
              <a:gd name="connsiteX6" fmla="*/ 7728155 w 7728155"/>
              <a:gd name="connsiteY6" fmla="*/ 3099902 h 3099902"/>
              <a:gd name="connsiteX7" fmla="*/ 0 w 7728155"/>
              <a:gd name="connsiteY7" fmla="*/ 3099902 h 309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8155" h="3099902">
                <a:moveTo>
                  <a:pt x="117986" y="120728"/>
                </a:moveTo>
                <a:lnTo>
                  <a:pt x="117986" y="2979174"/>
                </a:lnTo>
                <a:lnTo>
                  <a:pt x="7610168" y="2979174"/>
                </a:lnTo>
                <a:lnTo>
                  <a:pt x="7610168" y="120728"/>
                </a:lnTo>
                <a:close/>
                <a:moveTo>
                  <a:pt x="0" y="0"/>
                </a:moveTo>
                <a:lnTo>
                  <a:pt x="7728155" y="0"/>
                </a:lnTo>
                <a:lnTo>
                  <a:pt x="7728155" y="3099902"/>
                </a:lnTo>
                <a:lnTo>
                  <a:pt x="0" y="30999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ctrTitle"/>
          </p:nvPr>
        </p:nvSpPr>
        <p:spPr>
          <a:xfrm>
            <a:off x="1728935" y="3328169"/>
            <a:ext cx="8721361" cy="1058231"/>
          </a:xfrm>
        </p:spPr>
        <p:txBody>
          <a:bodyPr anchor="b">
            <a:noAutofit/>
          </a:bodyPr>
          <a:lstStyle>
            <a:lvl1pPr algn="l">
              <a:defRPr sz="4077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>
          <a:xfrm>
            <a:off x="1711881" y="4435623"/>
            <a:ext cx="8732557" cy="440093"/>
          </a:xfrm>
          <a:prstGeom prst="rect">
            <a:avLst/>
          </a:prstGeom>
        </p:spPr>
        <p:txBody>
          <a:bodyPr lIns="46800" tIns="0" rIns="108000" bIns="72000">
            <a:noAutofit/>
          </a:bodyPr>
          <a:lstStyle>
            <a:lvl1pPr marL="0" indent="0" algn="l">
              <a:buNone/>
              <a:defRPr sz="2965" b="0">
                <a:solidFill>
                  <a:schemeClr val="bg1"/>
                </a:solidFill>
              </a:defRPr>
            </a:lvl1pPr>
            <a:lvl2pPr marL="423585" indent="0" algn="ctr">
              <a:buNone/>
              <a:defRPr sz="1853"/>
            </a:lvl2pPr>
            <a:lvl3pPr marL="847168" indent="0" algn="ctr">
              <a:buNone/>
              <a:defRPr sz="1668"/>
            </a:lvl3pPr>
            <a:lvl4pPr marL="1270752" indent="0" algn="ctr">
              <a:buNone/>
              <a:defRPr sz="1482"/>
            </a:lvl4pPr>
            <a:lvl5pPr marL="1694335" indent="0" algn="ctr">
              <a:buNone/>
              <a:defRPr sz="1482"/>
            </a:lvl5pPr>
            <a:lvl6pPr marL="2117919" indent="0" algn="ctr">
              <a:buNone/>
              <a:defRPr sz="1482"/>
            </a:lvl6pPr>
            <a:lvl7pPr marL="2541502" indent="0" algn="ctr">
              <a:buNone/>
              <a:defRPr sz="1482"/>
            </a:lvl7pPr>
            <a:lvl8pPr marL="2965086" indent="0" algn="ctr">
              <a:buNone/>
              <a:defRPr sz="1482"/>
            </a:lvl8pPr>
            <a:lvl9pPr marL="3388671" indent="0" algn="ctr">
              <a:buNone/>
              <a:defRPr sz="1482"/>
            </a:lvl9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411296"/>
            <a:ext cx="12192000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57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Red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-14606" y="-11864"/>
            <a:ext cx="12221211" cy="6869865"/>
          </a:xfrm>
          <a:custGeom>
            <a:avLst/>
            <a:gdLst>
              <a:gd name="connsiteX0" fmla="*/ 0 w 9165908"/>
              <a:gd name="connsiteY0" fmla="*/ 0 h 6858000"/>
              <a:gd name="connsiteX1" fmla="*/ 5736908 w 9165908"/>
              <a:gd name="connsiteY1" fmla="*/ 0 h 6858000"/>
              <a:gd name="connsiteX2" fmla="*/ 9165908 w 9165908"/>
              <a:gd name="connsiteY2" fmla="*/ 3429000 h 6858000"/>
              <a:gd name="connsiteX3" fmla="*/ 9165908 w 9165908"/>
              <a:gd name="connsiteY3" fmla="*/ 6858000 h 6858000"/>
              <a:gd name="connsiteX4" fmla="*/ 3429000 w 9165908"/>
              <a:gd name="connsiteY4" fmla="*/ 6858000 h 6858000"/>
              <a:gd name="connsiteX5" fmla="*/ 2381636 w 9165908"/>
              <a:gd name="connsiteY5" fmla="*/ 5810636 h 6858000"/>
              <a:gd name="connsiteX6" fmla="*/ 5763361 w 9165908"/>
              <a:gd name="connsiteY6" fmla="*/ 5810636 h 6858000"/>
              <a:gd name="connsiteX7" fmla="*/ 5763361 w 9165908"/>
              <a:gd name="connsiteY7" fmla="*/ 3363142 h 6858000"/>
              <a:gd name="connsiteX8" fmla="*/ 0 w 9165908"/>
              <a:gd name="connsiteY8" fmla="*/ 3363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65908" h="6858000">
                <a:moveTo>
                  <a:pt x="0" y="0"/>
                </a:moveTo>
                <a:lnTo>
                  <a:pt x="5736908" y="0"/>
                </a:lnTo>
                <a:lnTo>
                  <a:pt x="9165908" y="3429000"/>
                </a:lnTo>
                <a:lnTo>
                  <a:pt x="9165908" y="6858000"/>
                </a:lnTo>
                <a:lnTo>
                  <a:pt x="3429000" y="6858000"/>
                </a:lnTo>
                <a:lnTo>
                  <a:pt x="2381636" y="5810636"/>
                </a:lnTo>
                <a:lnTo>
                  <a:pt x="5763361" y="5810636"/>
                </a:lnTo>
                <a:lnTo>
                  <a:pt x="5763361" y="3363142"/>
                </a:lnTo>
                <a:lnTo>
                  <a:pt x="0" y="336314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nip Diagonal Corner Rectangle 8"/>
          <p:cNvSpPr/>
          <p:nvPr userDrawn="1"/>
        </p:nvSpPr>
        <p:spPr>
          <a:xfrm rot="2198495" flipV="1">
            <a:off x="2344034" y="6121148"/>
            <a:ext cx="1975457" cy="142280"/>
          </a:xfrm>
          <a:custGeom>
            <a:avLst/>
            <a:gdLst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964896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4347 h 106706"/>
              <a:gd name="connsiteX3" fmla="*/ 1964896 w 1964896"/>
              <a:gd name="connsiteY3" fmla="*/ 4347 h 106706"/>
              <a:gd name="connsiteX4" fmla="*/ 1964896 w 1964896"/>
              <a:gd name="connsiteY4" fmla="*/ 106706 h 106706"/>
              <a:gd name="connsiteX5" fmla="*/ 1964896 w 1964896"/>
              <a:gd name="connsiteY5" fmla="*/ 106706 h 106706"/>
              <a:gd name="connsiteX6" fmla="*/ 0 w 1964896"/>
              <a:gd name="connsiteY6" fmla="*/ 106706 h 106706"/>
              <a:gd name="connsiteX7" fmla="*/ 0 w 1964896"/>
              <a:gd name="connsiteY7" fmla="*/ 106706 h 106706"/>
              <a:gd name="connsiteX8" fmla="*/ 0 w 1964896"/>
              <a:gd name="connsiteY8" fmla="*/ 4347 h 106706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4347 h 106706"/>
              <a:gd name="connsiteX3" fmla="*/ 1964896 w 1964896"/>
              <a:gd name="connsiteY3" fmla="*/ 106706 h 106706"/>
              <a:gd name="connsiteX4" fmla="*/ 1964896 w 1964896"/>
              <a:gd name="connsiteY4" fmla="*/ 106706 h 106706"/>
              <a:gd name="connsiteX5" fmla="*/ 0 w 1964896"/>
              <a:gd name="connsiteY5" fmla="*/ 106706 h 106706"/>
              <a:gd name="connsiteX6" fmla="*/ 0 w 1964896"/>
              <a:gd name="connsiteY6" fmla="*/ 106706 h 106706"/>
              <a:gd name="connsiteX7" fmla="*/ 0 w 1964896"/>
              <a:gd name="connsiteY7" fmla="*/ 4347 h 106706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106706 h 106706"/>
              <a:gd name="connsiteX3" fmla="*/ 1964896 w 1964896"/>
              <a:gd name="connsiteY3" fmla="*/ 106706 h 106706"/>
              <a:gd name="connsiteX4" fmla="*/ 0 w 1964896"/>
              <a:gd name="connsiteY4" fmla="*/ 106706 h 106706"/>
              <a:gd name="connsiteX5" fmla="*/ 0 w 1964896"/>
              <a:gd name="connsiteY5" fmla="*/ 106706 h 106706"/>
              <a:gd name="connsiteX6" fmla="*/ 0 w 1964896"/>
              <a:gd name="connsiteY6" fmla="*/ 4347 h 106706"/>
              <a:gd name="connsiteX0" fmla="*/ 0 w 1964896"/>
              <a:gd name="connsiteY0" fmla="*/ 4351 h 106710"/>
              <a:gd name="connsiteX1" fmla="*/ 1877768 w 1964896"/>
              <a:gd name="connsiteY1" fmla="*/ 0 h 106710"/>
              <a:gd name="connsiteX2" fmla="*/ 1964896 w 1964896"/>
              <a:gd name="connsiteY2" fmla="*/ 106710 h 106710"/>
              <a:gd name="connsiteX3" fmla="*/ 1964896 w 1964896"/>
              <a:gd name="connsiteY3" fmla="*/ 106710 h 106710"/>
              <a:gd name="connsiteX4" fmla="*/ 0 w 1964896"/>
              <a:gd name="connsiteY4" fmla="*/ 106710 h 106710"/>
              <a:gd name="connsiteX5" fmla="*/ 0 w 1964896"/>
              <a:gd name="connsiteY5" fmla="*/ 106710 h 106710"/>
              <a:gd name="connsiteX6" fmla="*/ 0 w 1964896"/>
              <a:gd name="connsiteY6" fmla="*/ 4351 h 106710"/>
              <a:gd name="connsiteX0" fmla="*/ 0 w 2120506"/>
              <a:gd name="connsiteY0" fmla="*/ 4351 h 220322"/>
              <a:gd name="connsiteX1" fmla="*/ 1877768 w 2120506"/>
              <a:gd name="connsiteY1" fmla="*/ 0 h 220322"/>
              <a:gd name="connsiteX2" fmla="*/ 1964896 w 2120506"/>
              <a:gd name="connsiteY2" fmla="*/ 106710 h 220322"/>
              <a:gd name="connsiteX3" fmla="*/ 2120506 w 2120506"/>
              <a:gd name="connsiteY3" fmla="*/ 220322 h 220322"/>
              <a:gd name="connsiteX4" fmla="*/ 0 w 2120506"/>
              <a:gd name="connsiteY4" fmla="*/ 106710 h 220322"/>
              <a:gd name="connsiteX5" fmla="*/ 0 w 2120506"/>
              <a:gd name="connsiteY5" fmla="*/ 106710 h 220322"/>
              <a:gd name="connsiteX6" fmla="*/ 0 w 2120506"/>
              <a:gd name="connsiteY6" fmla="*/ 4351 h 220322"/>
              <a:gd name="connsiteX0" fmla="*/ 0 w 1964896"/>
              <a:gd name="connsiteY0" fmla="*/ 4351 h 106710"/>
              <a:gd name="connsiteX1" fmla="*/ 1877768 w 1964896"/>
              <a:gd name="connsiteY1" fmla="*/ 0 h 106710"/>
              <a:gd name="connsiteX2" fmla="*/ 1964896 w 1964896"/>
              <a:gd name="connsiteY2" fmla="*/ 106710 h 106710"/>
              <a:gd name="connsiteX3" fmla="*/ 0 w 1964896"/>
              <a:gd name="connsiteY3" fmla="*/ 106710 h 106710"/>
              <a:gd name="connsiteX4" fmla="*/ 0 w 1964896"/>
              <a:gd name="connsiteY4" fmla="*/ 106710 h 106710"/>
              <a:gd name="connsiteX5" fmla="*/ 0 w 1964896"/>
              <a:gd name="connsiteY5" fmla="*/ 4351 h 106710"/>
              <a:gd name="connsiteX0" fmla="*/ 0 w 1975457"/>
              <a:gd name="connsiteY0" fmla="*/ 4351 h 106710"/>
              <a:gd name="connsiteX1" fmla="*/ 1877768 w 1975457"/>
              <a:gd name="connsiteY1" fmla="*/ 0 h 106710"/>
              <a:gd name="connsiteX2" fmla="*/ 1975457 w 1975457"/>
              <a:gd name="connsiteY2" fmla="*/ 101440 h 106710"/>
              <a:gd name="connsiteX3" fmla="*/ 0 w 1975457"/>
              <a:gd name="connsiteY3" fmla="*/ 106710 h 106710"/>
              <a:gd name="connsiteX4" fmla="*/ 0 w 1975457"/>
              <a:gd name="connsiteY4" fmla="*/ 106710 h 106710"/>
              <a:gd name="connsiteX5" fmla="*/ 0 w 1975457"/>
              <a:gd name="connsiteY5" fmla="*/ 4351 h 1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5457" h="106710">
                <a:moveTo>
                  <a:pt x="0" y="4351"/>
                </a:moveTo>
                <a:lnTo>
                  <a:pt x="1877768" y="0"/>
                </a:lnTo>
                <a:lnTo>
                  <a:pt x="1975457" y="101440"/>
                </a:lnTo>
                <a:lnTo>
                  <a:pt x="0" y="106710"/>
                </a:lnTo>
                <a:lnTo>
                  <a:pt x="0" y="106710"/>
                </a:lnTo>
                <a:lnTo>
                  <a:pt x="0" y="435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0" name="Snip Diagonal Corner Rectangle 9"/>
          <p:cNvSpPr/>
          <p:nvPr userDrawn="1"/>
        </p:nvSpPr>
        <p:spPr>
          <a:xfrm rot="2221941" flipV="1">
            <a:off x="10238082" y="2352841"/>
            <a:ext cx="1964896" cy="136479"/>
          </a:xfrm>
          <a:custGeom>
            <a:avLst/>
            <a:gdLst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964896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866113 w 1964896"/>
              <a:gd name="connsiteY4" fmla="*/ 102275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9393"/>
              <a:gd name="connsiteY0" fmla="*/ 0 h 102359"/>
              <a:gd name="connsiteX1" fmla="*/ 1964896 w 1969393"/>
              <a:gd name="connsiteY1" fmla="*/ 0 h 102359"/>
              <a:gd name="connsiteX2" fmla="*/ 1964896 w 1969393"/>
              <a:gd name="connsiteY2" fmla="*/ 0 h 102359"/>
              <a:gd name="connsiteX3" fmla="*/ 1969393 w 1969393"/>
              <a:gd name="connsiteY3" fmla="*/ 93382 h 102359"/>
              <a:gd name="connsiteX4" fmla="*/ 1866113 w 1969393"/>
              <a:gd name="connsiteY4" fmla="*/ 102275 h 102359"/>
              <a:gd name="connsiteX5" fmla="*/ 0 w 1969393"/>
              <a:gd name="connsiteY5" fmla="*/ 102359 h 102359"/>
              <a:gd name="connsiteX6" fmla="*/ 0 w 1969393"/>
              <a:gd name="connsiteY6" fmla="*/ 102359 h 102359"/>
              <a:gd name="connsiteX7" fmla="*/ 0 w 1969393"/>
              <a:gd name="connsiteY7" fmla="*/ 0 h 102359"/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866113 w 1964896"/>
              <a:gd name="connsiteY3" fmla="*/ 102275 h 102359"/>
              <a:gd name="connsiteX4" fmla="*/ 0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0 h 102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4896" h="102359">
                <a:moveTo>
                  <a:pt x="0" y="0"/>
                </a:moveTo>
                <a:lnTo>
                  <a:pt x="1964896" y="0"/>
                </a:lnTo>
                <a:lnTo>
                  <a:pt x="1964896" y="0"/>
                </a:lnTo>
                <a:lnTo>
                  <a:pt x="1866113" y="102275"/>
                </a:lnTo>
                <a:lnTo>
                  <a:pt x="0" y="102359"/>
                </a:lnTo>
                <a:lnTo>
                  <a:pt x="0" y="10235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-10281" y="3351903"/>
            <a:ext cx="7684481" cy="2464509"/>
          </a:xfrm>
          <a:prstGeom prst="snip1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2857" y="3649793"/>
            <a:ext cx="6382951" cy="114344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33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3978" y="4793239"/>
            <a:ext cx="6371839" cy="680039"/>
          </a:xfrm>
          <a:prstGeom prst="rect">
            <a:avLst/>
          </a:prstGeom>
        </p:spPr>
        <p:txBody>
          <a:bodyPr lIns="0" rIns="36000">
            <a:normAutofit/>
          </a:bodyPr>
          <a:lstStyle>
            <a:lvl1pPr marL="0" indent="0">
              <a:spcBef>
                <a:spcPts val="0"/>
              </a:spcBef>
              <a:buNone/>
              <a:defRPr sz="1853" b="0">
                <a:solidFill>
                  <a:schemeClr val="bg1"/>
                </a:solidFill>
              </a:defRPr>
            </a:lvl1pPr>
            <a:lvl2pPr marL="423585" indent="0">
              <a:buNone/>
              <a:defRPr sz="1853">
                <a:solidFill>
                  <a:schemeClr val="tx1">
                    <a:tint val="75000"/>
                  </a:schemeClr>
                </a:solidFill>
              </a:defRPr>
            </a:lvl2pPr>
            <a:lvl3pPr marL="847168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3pPr>
            <a:lvl4pPr marL="1270752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4pPr>
            <a:lvl5pPr marL="1694335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5pPr>
            <a:lvl6pPr marL="2117919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6pPr>
            <a:lvl7pPr marL="2541502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7pPr>
            <a:lvl8pPr marL="2965086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8pPr>
            <a:lvl9pPr marL="3388671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Sub-header</a:t>
            </a:r>
          </a:p>
        </p:txBody>
      </p:sp>
      <p:sp>
        <p:nvSpPr>
          <p:cNvPr id="14" name="Rectangle 14"/>
          <p:cNvSpPr/>
          <p:nvPr userDrawn="1"/>
        </p:nvSpPr>
        <p:spPr>
          <a:xfrm>
            <a:off x="12650533" y="0"/>
            <a:ext cx="2630743" cy="20955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364" defTabSz="836795"/>
            <a:r>
              <a:rPr lang="en-US" sz="834" b="1" dirty="0">
                <a:solidFill>
                  <a:srgbClr val="FFFFFF"/>
                </a:solidFill>
                <a:latin typeface="Calibri"/>
                <a:cs typeface="Calibri"/>
              </a:rPr>
              <a:t>Slide Instructions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12770957" y="209555"/>
            <a:ext cx="2503125" cy="17662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836795">
              <a:spcAft>
                <a:spcPts val="278"/>
              </a:spcAft>
            </a:pPr>
            <a:r>
              <a:rPr lang="en-US" sz="604" i="1" dirty="0">
                <a:solidFill>
                  <a:srgbClr val="464B54"/>
                </a:solidFill>
              </a:rPr>
              <a:t>Instructions are not visible during Show Mode</a:t>
            </a:r>
            <a:br>
              <a:rPr lang="en-US" sz="604" i="1" dirty="0">
                <a:solidFill>
                  <a:srgbClr val="464B54"/>
                </a:solidFill>
              </a:rPr>
            </a:br>
            <a:br>
              <a:rPr lang="en-US" sz="604" i="1" dirty="0">
                <a:solidFill>
                  <a:srgbClr val="464B54"/>
                </a:solidFill>
              </a:rPr>
            </a:br>
            <a:r>
              <a:rPr lang="en-US" sz="834" b="1" dirty="0">
                <a:solidFill>
                  <a:srgbClr val="464B54"/>
                </a:solidFill>
              </a:rPr>
              <a:t>To insert image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Drag the image from your source folder onto the slide or click the placeholder and select the photo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To reposition your photo, click “</a:t>
            </a:r>
            <a:r>
              <a:rPr lang="en-US" sz="741" b="1" dirty="0">
                <a:solidFill>
                  <a:srgbClr val="464B54"/>
                </a:solidFill>
              </a:rPr>
              <a:t>Picture Format” </a:t>
            </a:r>
            <a:r>
              <a:rPr lang="en-US" sz="741" dirty="0">
                <a:solidFill>
                  <a:srgbClr val="464B54"/>
                </a:solidFill>
              </a:rPr>
              <a:t>and then </a:t>
            </a:r>
            <a:r>
              <a:rPr lang="en-US" sz="741" b="1" dirty="0">
                <a:solidFill>
                  <a:srgbClr val="464B54"/>
                </a:solidFill>
              </a:rPr>
              <a:t>“Crop”</a:t>
            </a:r>
          </a:p>
          <a:p>
            <a:pPr marL="86776" indent="-86776" defTabSz="836795">
              <a:spcAft>
                <a:spcPts val="278"/>
              </a:spcAft>
              <a:buFont typeface="Wingdings" charset="2"/>
              <a:buChar char="§"/>
            </a:pPr>
            <a:r>
              <a:rPr lang="en-US" sz="741" dirty="0">
                <a:solidFill>
                  <a:srgbClr val="464B54"/>
                </a:solidFill>
              </a:rPr>
              <a:t>If the image overlaps/hides the text, click “</a:t>
            </a:r>
            <a:r>
              <a:rPr lang="en-US" sz="741" b="1" dirty="0">
                <a:solidFill>
                  <a:srgbClr val="464B54"/>
                </a:solidFill>
              </a:rPr>
              <a:t>reset” </a:t>
            </a:r>
            <a:r>
              <a:rPr lang="en-US" sz="741" dirty="0">
                <a:solidFill>
                  <a:srgbClr val="464B54"/>
                </a:solidFill>
              </a:rPr>
              <a:t>or right click on the image and select </a:t>
            </a:r>
            <a:r>
              <a:rPr lang="en-US" sz="741" b="1" dirty="0">
                <a:solidFill>
                  <a:srgbClr val="464B54"/>
                </a:solidFill>
              </a:rPr>
              <a:t>Arrange &gt; Send to Back</a:t>
            </a:r>
            <a:endParaRPr lang="en-US" sz="741" dirty="0">
              <a:solidFill>
                <a:srgbClr val="464B5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18" name="Picture 17" descr="Pres 2002 3 red cmyk copy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2" y="6526255"/>
            <a:ext cx="1769479" cy="2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rang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-14606" y="-11864"/>
            <a:ext cx="12221211" cy="6869865"/>
          </a:xfrm>
          <a:custGeom>
            <a:avLst/>
            <a:gdLst>
              <a:gd name="connsiteX0" fmla="*/ 0 w 9165908"/>
              <a:gd name="connsiteY0" fmla="*/ 0 h 6858000"/>
              <a:gd name="connsiteX1" fmla="*/ 5736908 w 9165908"/>
              <a:gd name="connsiteY1" fmla="*/ 0 h 6858000"/>
              <a:gd name="connsiteX2" fmla="*/ 9165908 w 9165908"/>
              <a:gd name="connsiteY2" fmla="*/ 3429000 h 6858000"/>
              <a:gd name="connsiteX3" fmla="*/ 9165908 w 9165908"/>
              <a:gd name="connsiteY3" fmla="*/ 6858000 h 6858000"/>
              <a:gd name="connsiteX4" fmla="*/ 3429000 w 9165908"/>
              <a:gd name="connsiteY4" fmla="*/ 6858000 h 6858000"/>
              <a:gd name="connsiteX5" fmla="*/ 2381636 w 9165908"/>
              <a:gd name="connsiteY5" fmla="*/ 5810636 h 6858000"/>
              <a:gd name="connsiteX6" fmla="*/ 5763361 w 9165908"/>
              <a:gd name="connsiteY6" fmla="*/ 5810636 h 6858000"/>
              <a:gd name="connsiteX7" fmla="*/ 5763361 w 9165908"/>
              <a:gd name="connsiteY7" fmla="*/ 3363142 h 6858000"/>
              <a:gd name="connsiteX8" fmla="*/ 0 w 9165908"/>
              <a:gd name="connsiteY8" fmla="*/ 3363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65908" h="6858000">
                <a:moveTo>
                  <a:pt x="0" y="0"/>
                </a:moveTo>
                <a:lnTo>
                  <a:pt x="5736908" y="0"/>
                </a:lnTo>
                <a:lnTo>
                  <a:pt x="9165908" y="3429000"/>
                </a:lnTo>
                <a:lnTo>
                  <a:pt x="9165908" y="6858000"/>
                </a:lnTo>
                <a:lnTo>
                  <a:pt x="3429000" y="6858000"/>
                </a:lnTo>
                <a:lnTo>
                  <a:pt x="2381636" y="5810636"/>
                </a:lnTo>
                <a:lnTo>
                  <a:pt x="5763361" y="5810636"/>
                </a:lnTo>
                <a:lnTo>
                  <a:pt x="5763361" y="3363142"/>
                </a:lnTo>
                <a:lnTo>
                  <a:pt x="0" y="336314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6" name="Rectangle 14"/>
          <p:cNvSpPr/>
          <p:nvPr userDrawn="1"/>
        </p:nvSpPr>
        <p:spPr>
          <a:xfrm>
            <a:off x="12650533" y="0"/>
            <a:ext cx="2630743" cy="20955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364" defTabSz="836795"/>
            <a:r>
              <a:rPr lang="en-US" sz="834" b="1" dirty="0">
                <a:solidFill>
                  <a:srgbClr val="FFFFFF"/>
                </a:solidFill>
                <a:latin typeface="Calibri"/>
                <a:cs typeface="Calibri"/>
              </a:rPr>
              <a:t>Slide Instructions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12770957" y="209555"/>
            <a:ext cx="2503125" cy="17662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836795">
              <a:spcAft>
                <a:spcPts val="278"/>
              </a:spcAft>
            </a:pPr>
            <a:r>
              <a:rPr lang="en-US" sz="604" i="1" dirty="0">
                <a:solidFill>
                  <a:srgbClr val="464B54"/>
                </a:solidFill>
              </a:rPr>
              <a:t>Instructions are not visible during Show Mode</a:t>
            </a:r>
            <a:br>
              <a:rPr lang="en-US" sz="604" i="1" dirty="0">
                <a:solidFill>
                  <a:srgbClr val="464B54"/>
                </a:solidFill>
              </a:rPr>
            </a:br>
            <a:br>
              <a:rPr lang="en-US" sz="604" i="1" dirty="0">
                <a:solidFill>
                  <a:srgbClr val="464B54"/>
                </a:solidFill>
              </a:rPr>
            </a:br>
            <a:r>
              <a:rPr lang="en-US" sz="834" b="1" dirty="0">
                <a:solidFill>
                  <a:srgbClr val="464B54"/>
                </a:solidFill>
              </a:rPr>
              <a:t>To insert image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Drag the image from your source folder onto the slide or click the placeholder and select the photo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To reposition your photo, click “</a:t>
            </a:r>
            <a:r>
              <a:rPr lang="en-US" sz="741" b="1" dirty="0">
                <a:solidFill>
                  <a:srgbClr val="464B54"/>
                </a:solidFill>
              </a:rPr>
              <a:t>Picture Format” </a:t>
            </a:r>
            <a:r>
              <a:rPr lang="en-US" sz="741" dirty="0">
                <a:solidFill>
                  <a:srgbClr val="464B54"/>
                </a:solidFill>
              </a:rPr>
              <a:t>and then </a:t>
            </a:r>
            <a:r>
              <a:rPr lang="en-US" sz="741" b="1" dirty="0">
                <a:solidFill>
                  <a:srgbClr val="464B54"/>
                </a:solidFill>
              </a:rPr>
              <a:t>“Crop”</a:t>
            </a:r>
          </a:p>
          <a:p>
            <a:pPr marL="86776" indent="-86776" defTabSz="836795">
              <a:spcAft>
                <a:spcPts val="278"/>
              </a:spcAft>
              <a:buFont typeface="Wingdings" charset="2"/>
              <a:buChar char="§"/>
            </a:pPr>
            <a:r>
              <a:rPr lang="en-US" sz="741" dirty="0">
                <a:solidFill>
                  <a:srgbClr val="464B54"/>
                </a:solidFill>
              </a:rPr>
              <a:t>If the image overlaps/hides the text, click “</a:t>
            </a:r>
            <a:r>
              <a:rPr lang="en-US" sz="741" b="1" dirty="0">
                <a:solidFill>
                  <a:srgbClr val="464B54"/>
                </a:solidFill>
              </a:rPr>
              <a:t>reset” </a:t>
            </a:r>
            <a:r>
              <a:rPr lang="en-US" sz="741" dirty="0">
                <a:solidFill>
                  <a:srgbClr val="464B54"/>
                </a:solidFill>
              </a:rPr>
              <a:t>or right click on the image and select </a:t>
            </a:r>
            <a:r>
              <a:rPr lang="en-US" sz="741" b="1" dirty="0">
                <a:solidFill>
                  <a:srgbClr val="464B54"/>
                </a:solidFill>
              </a:rPr>
              <a:t>Arrange &gt; Send to Back</a:t>
            </a:r>
            <a:endParaRPr lang="en-US" sz="741" dirty="0">
              <a:solidFill>
                <a:srgbClr val="464B54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Snip Diagonal Corner Rectangle 8"/>
          <p:cNvSpPr/>
          <p:nvPr userDrawn="1"/>
        </p:nvSpPr>
        <p:spPr>
          <a:xfrm rot="2198495" flipV="1">
            <a:off x="2344034" y="6121148"/>
            <a:ext cx="1975457" cy="142280"/>
          </a:xfrm>
          <a:custGeom>
            <a:avLst/>
            <a:gdLst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964896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4347 h 106706"/>
              <a:gd name="connsiteX3" fmla="*/ 1964896 w 1964896"/>
              <a:gd name="connsiteY3" fmla="*/ 4347 h 106706"/>
              <a:gd name="connsiteX4" fmla="*/ 1964896 w 1964896"/>
              <a:gd name="connsiteY4" fmla="*/ 106706 h 106706"/>
              <a:gd name="connsiteX5" fmla="*/ 1964896 w 1964896"/>
              <a:gd name="connsiteY5" fmla="*/ 106706 h 106706"/>
              <a:gd name="connsiteX6" fmla="*/ 0 w 1964896"/>
              <a:gd name="connsiteY6" fmla="*/ 106706 h 106706"/>
              <a:gd name="connsiteX7" fmla="*/ 0 w 1964896"/>
              <a:gd name="connsiteY7" fmla="*/ 106706 h 106706"/>
              <a:gd name="connsiteX8" fmla="*/ 0 w 1964896"/>
              <a:gd name="connsiteY8" fmla="*/ 4347 h 106706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4347 h 106706"/>
              <a:gd name="connsiteX3" fmla="*/ 1964896 w 1964896"/>
              <a:gd name="connsiteY3" fmla="*/ 106706 h 106706"/>
              <a:gd name="connsiteX4" fmla="*/ 1964896 w 1964896"/>
              <a:gd name="connsiteY4" fmla="*/ 106706 h 106706"/>
              <a:gd name="connsiteX5" fmla="*/ 0 w 1964896"/>
              <a:gd name="connsiteY5" fmla="*/ 106706 h 106706"/>
              <a:gd name="connsiteX6" fmla="*/ 0 w 1964896"/>
              <a:gd name="connsiteY6" fmla="*/ 106706 h 106706"/>
              <a:gd name="connsiteX7" fmla="*/ 0 w 1964896"/>
              <a:gd name="connsiteY7" fmla="*/ 4347 h 106706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106706 h 106706"/>
              <a:gd name="connsiteX3" fmla="*/ 1964896 w 1964896"/>
              <a:gd name="connsiteY3" fmla="*/ 106706 h 106706"/>
              <a:gd name="connsiteX4" fmla="*/ 0 w 1964896"/>
              <a:gd name="connsiteY4" fmla="*/ 106706 h 106706"/>
              <a:gd name="connsiteX5" fmla="*/ 0 w 1964896"/>
              <a:gd name="connsiteY5" fmla="*/ 106706 h 106706"/>
              <a:gd name="connsiteX6" fmla="*/ 0 w 1964896"/>
              <a:gd name="connsiteY6" fmla="*/ 4347 h 106706"/>
              <a:gd name="connsiteX0" fmla="*/ 0 w 1964896"/>
              <a:gd name="connsiteY0" fmla="*/ 4351 h 106710"/>
              <a:gd name="connsiteX1" fmla="*/ 1877768 w 1964896"/>
              <a:gd name="connsiteY1" fmla="*/ 0 h 106710"/>
              <a:gd name="connsiteX2" fmla="*/ 1964896 w 1964896"/>
              <a:gd name="connsiteY2" fmla="*/ 106710 h 106710"/>
              <a:gd name="connsiteX3" fmla="*/ 1964896 w 1964896"/>
              <a:gd name="connsiteY3" fmla="*/ 106710 h 106710"/>
              <a:gd name="connsiteX4" fmla="*/ 0 w 1964896"/>
              <a:gd name="connsiteY4" fmla="*/ 106710 h 106710"/>
              <a:gd name="connsiteX5" fmla="*/ 0 w 1964896"/>
              <a:gd name="connsiteY5" fmla="*/ 106710 h 106710"/>
              <a:gd name="connsiteX6" fmla="*/ 0 w 1964896"/>
              <a:gd name="connsiteY6" fmla="*/ 4351 h 106710"/>
              <a:gd name="connsiteX0" fmla="*/ 0 w 2120506"/>
              <a:gd name="connsiteY0" fmla="*/ 4351 h 220322"/>
              <a:gd name="connsiteX1" fmla="*/ 1877768 w 2120506"/>
              <a:gd name="connsiteY1" fmla="*/ 0 h 220322"/>
              <a:gd name="connsiteX2" fmla="*/ 1964896 w 2120506"/>
              <a:gd name="connsiteY2" fmla="*/ 106710 h 220322"/>
              <a:gd name="connsiteX3" fmla="*/ 2120506 w 2120506"/>
              <a:gd name="connsiteY3" fmla="*/ 220322 h 220322"/>
              <a:gd name="connsiteX4" fmla="*/ 0 w 2120506"/>
              <a:gd name="connsiteY4" fmla="*/ 106710 h 220322"/>
              <a:gd name="connsiteX5" fmla="*/ 0 w 2120506"/>
              <a:gd name="connsiteY5" fmla="*/ 106710 h 220322"/>
              <a:gd name="connsiteX6" fmla="*/ 0 w 2120506"/>
              <a:gd name="connsiteY6" fmla="*/ 4351 h 220322"/>
              <a:gd name="connsiteX0" fmla="*/ 0 w 1964896"/>
              <a:gd name="connsiteY0" fmla="*/ 4351 h 106710"/>
              <a:gd name="connsiteX1" fmla="*/ 1877768 w 1964896"/>
              <a:gd name="connsiteY1" fmla="*/ 0 h 106710"/>
              <a:gd name="connsiteX2" fmla="*/ 1964896 w 1964896"/>
              <a:gd name="connsiteY2" fmla="*/ 106710 h 106710"/>
              <a:gd name="connsiteX3" fmla="*/ 0 w 1964896"/>
              <a:gd name="connsiteY3" fmla="*/ 106710 h 106710"/>
              <a:gd name="connsiteX4" fmla="*/ 0 w 1964896"/>
              <a:gd name="connsiteY4" fmla="*/ 106710 h 106710"/>
              <a:gd name="connsiteX5" fmla="*/ 0 w 1964896"/>
              <a:gd name="connsiteY5" fmla="*/ 4351 h 106710"/>
              <a:gd name="connsiteX0" fmla="*/ 0 w 1975457"/>
              <a:gd name="connsiteY0" fmla="*/ 4351 h 106710"/>
              <a:gd name="connsiteX1" fmla="*/ 1877768 w 1975457"/>
              <a:gd name="connsiteY1" fmla="*/ 0 h 106710"/>
              <a:gd name="connsiteX2" fmla="*/ 1975457 w 1975457"/>
              <a:gd name="connsiteY2" fmla="*/ 101440 h 106710"/>
              <a:gd name="connsiteX3" fmla="*/ 0 w 1975457"/>
              <a:gd name="connsiteY3" fmla="*/ 106710 h 106710"/>
              <a:gd name="connsiteX4" fmla="*/ 0 w 1975457"/>
              <a:gd name="connsiteY4" fmla="*/ 106710 h 106710"/>
              <a:gd name="connsiteX5" fmla="*/ 0 w 1975457"/>
              <a:gd name="connsiteY5" fmla="*/ 4351 h 1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5457" h="106710">
                <a:moveTo>
                  <a:pt x="0" y="4351"/>
                </a:moveTo>
                <a:lnTo>
                  <a:pt x="1877768" y="0"/>
                </a:lnTo>
                <a:lnTo>
                  <a:pt x="1975457" y="101440"/>
                </a:lnTo>
                <a:lnTo>
                  <a:pt x="0" y="106710"/>
                </a:lnTo>
                <a:lnTo>
                  <a:pt x="0" y="106710"/>
                </a:lnTo>
                <a:lnTo>
                  <a:pt x="0" y="435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21" name="Snip Diagonal Corner Rectangle 9"/>
          <p:cNvSpPr/>
          <p:nvPr userDrawn="1"/>
        </p:nvSpPr>
        <p:spPr>
          <a:xfrm rot="2221941" flipV="1">
            <a:off x="10238082" y="2352841"/>
            <a:ext cx="1964896" cy="136479"/>
          </a:xfrm>
          <a:custGeom>
            <a:avLst/>
            <a:gdLst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964896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866113 w 1964896"/>
              <a:gd name="connsiteY4" fmla="*/ 102275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9393"/>
              <a:gd name="connsiteY0" fmla="*/ 0 h 102359"/>
              <a:gd name="connsiteX1" fmla="*/ 1964896 w 1969393"/>
              <a:gd name="connsiteY1" fmla="*/ 0 h 102359"/>
              <a:gd name="connsiteX2" fmla="*/ 1964896 w 1969393"/>
              <a:gd name="connsiteY2" fmla="*/ 0 h 102359"/>
              <a:gd name="connsiteX3" fmla="*/ 1969393 w 1969393"/>
              <a:gd name="connsiteY3" fmla="*/ 93382 h 102359"/>
              <a:gd name="connsiteX4" fmla="*/ 1866113 w 1969393"/>
              <a:gd name="connsiteY4" fmla="*/ 102275 h 102359"/>
              <a:gd name="connsiteX5" fmla="*/ 0 w 1969393"/>
              <a:gd name="connsiteY5" fmla="*/ 102359 h 102359"/>
              <a:gd name="connsiteX6" fmla="*/ 0 w 1969393"/>
              <a:gd name="connsiteY6" fmla="*/ 102359 h 102359"/>
              <a:gd name="connsiteX7" fmla="*/ 0 w 1969393"/>
              <a:gd name="connsiteY7" fmla="*/ 0 h 102359"/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866113 w 1964896"/>
              <a:gd name="connsiteY3" fmla="*/ 102275 h 102359"/>
              <a:gd name="connsiteX4" fmla="*/ 0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0 h 102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4896" h="102359">
                <a:moveTo>
                  <a:pt x="0" y="0"/>
                </a:moveTo>
                <a:lnTo>
                  <a:pt x="1964896" y="0"/>
                </a:lnTo>
                <a:lnTo>
                  <a:pt x="1964896" y="0"/>
                </a:lnTo>
                <a:lnTo>
                  <a:pt x="1866113" y="102275"/>
                </a:lnTo>
                <a:lnTo>
                  <a:pt x="0" y="102359"/>
                </a:lnTo>
                <a:lnTo>
                  <a:pt x="0" y="10235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-10281" y="3351903"/>
            <a:ext cx="7684481" cy="2464509"/>
          </a:xfrm>
          <a:prstGeom prst="snip1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22857" y="3649793"/>
            <a:ext cx="6382951" cy="114344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33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3978" y="4793239"/>
            <a:ext cx="6371839" cy="680039"/>
          </a:xfrm>
          <a:prstGeom prst="rect">
            <a:avLst/>
          </a:prstGeom>
        </p:spPr>
        <p:txBody>
          <a:bodyPr lIns="0" rIns="36000">
            <a:normAutofit/>
          </a:bodyPr>
          <a:lstStyle>
            <a:lvl1pPr marL="0" indent="0">
              <a:spcBef>
                <a:spcPts val="0"/>
              </a:spcBef>
              <a:buNone/>
              <a:defRPr sz="1853" b="0">
                <a:solidFill>
                  <a:schemeClr val="bg1"/>
                </a:solidFill>
              </a:defRPr>
            </a:lvl1pPr>
            <a:lvl2pPr marL="423585" indent="0">
              <a:buNone/>
              <a:defRPr sz="1853">
                <a:solidFill>
                  <a:schemeClr val="tx1">
                    <a:tint val="75000"/>
                  </a:schemeClr>
                </a:solidFill>
              </a:defRPr>
            </a:lvl2pPr>
            <a:lvl3pPr marL="847168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3pPr>
            <a:lvl4pPr marL="1270752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4pPr>
            <a:lvl5pPr marL="1694335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5pPr>
            <a:lvl6pPr marL="2117919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6pPr>
            <a:lvl7pPr marL="2541502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7pPr>
            <a:lvl8pPr marL="2965086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8pPr>
            <a:lvl9pPr marL="3388671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Sub-header</a:t>
            </a:r>
          </a:p>
        </p:txBody>
      </p:sp>
      <p:pic>
        <p:nvPicPr>
          <p:cNvPr id="22" name="Picture 21" descr="Pres 2002 3 red cmyk copy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2" y="6526255"/>
            <a:ext cx="1769479" cy="2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9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lu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-14606" y="-11864"/>
            <a:ext cx="12221211" cy="6869865"/>
          </a:xfrm>
          <a:custGeom>
            <a:avLst/>
            <a:gdLst>
              <a:gd name="connsiteX0" fmla="*/ 0 w 9165908"/>
              <a:gd name="connsiteY0" fmla="*/ 0 h 6858000"/>
              <a:gd name="connsiteX1" fmla="*/ 5736908 w 9165908"/>
              <a:gd name="connsiteY1" fmla="*/ 0 h 6858000"/>
              <a:gd name="connsiteX2" fmla="*/ 9165908 w 9165908"/>
              <a:gd name="connsiteY2" fmla="*/ 3429000 h 6858000"/>
              <a:gd name="connsiteX3" fmla="*/ 9165908 w 9165908"/>
              <a:gd name="connsiteY3" fmla="*/ 6858000 h 6858000"/>
              <a:gd name="connsiteX4" fmla="*/ 3429000 w 9165908"/>
              <a:gd name="connsiteY4" fmla="*/ 6858000 h 6858000"/>
              <a:gd name="connsiteX5" fmla="*/ 2381636 w 9165908"/>
              <a:gd name="connsiteY5" fmla="*/ 5810636 h 6858000"/>
              <a:gd name="connsiteX6" fmla="*/ 5763361 w 9165908"/>
              <a:gd name="connsiteY6" fmla="*/ 5810636 h 6858000"/>
              <a:gd name="connsiteX7" fmla="*/ 5763361 w 9165908"/>
              <a:gd name="connsiteY7" fmla="*/ 3363142 h 6858000"/>
              <a:gd name="connsiteX8" fmla="*/ 0 w 9165908"/>
              <a:gd name="connsiteY8" fmla="*/ 3363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65908" h="6858000">
                <a:moveTo>
                  <a:pt x="0" y="0"/>
                </a:moveTo>
                <a:lnTo>
                  <a:pt x="5736908" y="0"/>
                </a:lnTo>
                <a:lnTo>
                  <a:pt x="9165908" y="3429000"/>
                </a:lnTo>
                <a:lnTo>
                  <a:pt x="9165908" y="6858000"/>
                </a:lnTo>
                <a:lnTo>
                  <a:pt x="3429000" y="6858000"/>
                </a:lnTo>
                <a:lnTo>
                  <a:pt x="2381636" y="5810636"/>
                </a:lnTo>
                <a:lnTo>
                  <a:pt x="5763361" y="5810636"/>
                </a:lnTo>
                <a:lnTo>
                  <a:pt x="5763361" y="3363142"/>
                </a:lnTo>
                <a:lnTo>
                  <a:pt x="0" y="336314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6" name="Rectangle 14"/>
          <p:cNvSpPr/>
          <p:nvPr userDrawn="1"/>
        </p:nvSpPr>
        <p:spPr>
          <a:xfrm>
            <a:off x="12650533" y="0"/>
            <a:ext cx="2630743" cy="20955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364" defTabSz="836795"/>
            <a:r>
              <a:rPr lang="en-US" sz="834" b="1" dirty="0">
                <a:solidFill>
                  <a:srgbClr val="FFFFFF"/>
                </a:solidFill>
                <a:latin typeface="Calibri"/>
                <a:cs typeface="Calibri"/>
              </a:rPr>
              <a:t>Slide Instructions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12770957" y="209555"/>
            <a:ext cx="2503125" cy="17662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836795">
              <a:spcAft>
                <a:spcPts val="278"/>
              </a:spcAft>
            </a:pPr>
            <a:r>
              <a:rPr lang="en-US" sz="604" i="1" dirty="0">
                <a:solidFill>
                  <a:srgbClr val="464B54"/>
                </a:solidFill>
              </a:rPr>
              <a:t>Instructions are not visible during Show Mode</a:t>
            </a:r>
            <a:br>
              <a:rPr lang="en-US" sz="604" i="1" dirty="0">
                <a:solidFill>
                  <a:srgbClr val="464B54"/>
                </a:solidFill>
              </a:rPr>
            </a:br>
            <a:br>
              <a:rPr lang="en-US" sz="604" i="1" dirty="0">
                <a:solidFill>
                  <a:srgbClr val="464B54"/>
                </a:solidFill>
              </a:rPr>
            </a:br>
            <a:r>
              <a:rPr lang="en-US" sz="834" b="1" dirty="0">
                <a:solidFill>
                  <a:srgbClr val="464B54"/>
                </a:solidFill>
              </a:rPr>
              <a:t>To insert image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Drag the image from your source folder onto the slide or click the placeholder and select the photo</a:t>
            </a:r>
          </a:p>
          <a:p>
            <a:pPr marL="86776" indent="-86776" defTabSz="847168">
              <a:spcAft>
                <a:spcPts val="278"/>
              </a:spcAft>
              <a:buFont typeface="Wingdings" charset="2"/>
              <a:buChar char="§"/>
              <a:defRPr/>
            </a:pPr>
            <a:r>
              <a:rPr lang="en-US" sz="741" dirty="0">
                <a:solidFill>
                  <a:srgbClr val="464B54"/>
                </a:solidFill>
              </a:rPr>
              <a:t>To reposition your photo, click “</a:t>
            </a:r>
            <a:r>
              <a:rPr lang="en-US" sz="741" b="1" dirty="0">
                <a:solidFill>
                  <a:srgbClr val="464B54"/>
                </a:solidFill>
              </a:rPr>
              <a:t>Picture Format” </a:t>
            </a:r>
            <a:r>
              <a:rPr lang="en-US" sz="741" dirty="0">
                <a:solidFill>
                  <a:srgbClr val="464B54"/>
                </a:solidFill>
              </a:rPr>
              <a:t>and then </a:t>
            </a:r>
            <a:r>
              <a:rPr lang="en-US" sz="741" b="1" dirty="0">
                <a:solidFill>
                  <a:srgbClr val="464B54"/>
                </a:solidFill>
              </a:rPr>
              <a:t>“Crop”</a:t>
            </a:r>
          </a:p>
          <a:p>
            <a:pPr marL="86776" indent="-86776" defTabSz="836795">
              <a:spcAft>
                <a:spcPts val="278"/>
              </a:spcAft>
              <a:buFont typeface="Wingdings" charset="2"/>
              <a:buChar char="§"/>
            </a:pPr>
            <a:r>
              <a:rPr lang="en-US" sz="741" dirty="0">
                <a:solidFill>
                  <a:srgbClr val="464B54"/>
                </a:solidFill>
              </a:rPr>
              <a:t>If the image overlaps/hides the text, click “</a:t>
            </a:r>
            <a:r>
              <a:rPr lang="en-US" sz="741" b="1" dirty="0">
                <a:solidFill>
                  <a:srgbClr val="464B54"/>
                </a:solidFill>
              </a:rPr>
              <a:t>reset” </a:t>
            </a:r>
            <a:r>
              <a:rPr lang="en-US" sz="741" dirty="0">
                <a:solidFill>
                  <a:srgbClr val="464B54"/>
                </a:solidFill>
              </a:rPr>
              <a:t>or right click on the image and select </a:t>
            </a:r>
            <a:r>
              <a:rPr lang="en-US" sz="741" b="1" dirty="0">
                <a:solidFill>
                  <a:srgbClr val="464B54"/>
                </a:solidFill>
              </a:rPr>
              <a:t>Arrange &gt; Send to Back</a:t>
            </a:r>
            <a:endParaRPr lang="en-US" sz="741" dirty="0">
              <a:solidFill>
                <a:srgbClr val="464B54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Snip Diagonal Corner Rectangle 8"/>
          <p:cNvSpPr/>
          <p:nvPr userDrawn="1"/>
        </p:nvSpPr>
        <p:spPr>
          <a:xfrm rot="2198495" flipV="1">
            <a:off x="2344034" y="6121148"/>
            <a:ext cx="1975457" cy="142280"/>
          </a:xfrm>
          <a:custGeom>
            <a:avLst/>
            <a:gdLst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964896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4347 h 106706"/>
              <a:gd name="connsiteX3" fmla="*/ 1964896 w 1964896"/>
              <a:gd name="connsiteY3" fmla="*/ 4347 h 106706"/>
              <a:gd name="connsiteX4" fmla="*/ 1964896 w 1964896"/>
              <a:gd name="connsiteY4" fmla="*/ 106706 h 106706"/>
              <a:gd name="connsiteX5" fmla="*/ 1964896 w 1964896"/>
              <a:gd name="connsiteY5" fmla="*/ 106706 h 106706"/>
              <a:gd name="connsiteX6" fmla="*/ 0 w 1964896"/>
              <a:gd name="connsiteY6" fmla="*/ 106706 h 106706"/>
              <a:gd name="connsiteX7" fmla="*/ 0 w 1964896"/>
              <a:gd name="connsiteY7" fmla="*/ 106706 h 106706"/>
              <a:gd name="connsiteX8" fmla="*/ 0 w 1964896"/>
              <a:gd name="connsiteY8" fmla="*/ 4347 h 106706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4347 h 106706"/>
              <a:gd name="connsiteX3" fmla="*/ 1964896 w 1964896"/>
              <a:gd name="connsiteY3" fmla="*/ 106706 h 106706"/>
              <a:gd name="connsiteX4" fmla="*/ 1964896 w 1964896"/>
              <a:gd name="connsiteY4" fmla="*/ 106706 h 106706"/>
              <a:gd name="connsiteX5" fmla="*/ 0 w 1964896"/>
              <a:gd name="connsiteY5" fmla="*/ 106706 h 106706"/>
              <a:gd name="connsiteX6" fmla="*/ 0 w 1964896"/>
              <a:gd name="connsiteY6" fmla="*/ 106706 h 106706"/>
              <a:gd name="connsiteX7" fmla="*/ 0 w 1964896"/>
              <a:gd name="connsiteY7" fmla="*/ 4347 h 106706"/>
              <a:gd name="connsiteX0" fmla="*/ 0 w 1964896"/>
              <a:gd name="connsiteY0" fmla="*/ 4347 h 106706"/>
              <a:gd name="connsiteX1" fmla="*/ 1883046 w 1964896"/>
              <a:gd name="connsiteY1" fmla="*/ 0 h 106706"/>
              <a:gd name="connsiteX2" fmla="*/ 1964896 w 1964896"/>
              <a:gd name="connsiteY2" fmla="*/ 106706 h 106706"/>
              <a:gd name="connsiteX3" fmla="*/ 1964896 w 1964896"/>
              <a:gd name="connsiteY3" fmla="*/ 106706 h 106706"/>
              <a:gd name="connsiteX4" fmla="*/ 0 w 1964896"/>
              <a:gd name="connsiteY4" fmla="*/ 106706 h 106706"/>
              <a:gd name="connsiteX5" fmla="*/ 0 w 1964896"/>
              <a:gd name="connsiteY5" fmla="*/ 106706 h 106706"/>
              <a:gd name="connsiteX6" fmla="*/ 0 w 1964896"/>
              <a:gd name="connsiteY6" fmla="*/ 4347 h 106706"/>
              <a:gd name="connsiteX0" fmla="*/ 0 w 1964896"/>
              <a:gd name="connsiteY0" fmla="*/ 4351 h 106710"/>
              <a:gd name="connsiteX1" fmla="*/ 1877768 w 1964896"/>
              <a:gd name="connsiteY1" fmla="*/ 0 h 106710"/>
              <a:gd name="connsiteX2" fmla="*/ 1964896 w 1964896"/>
              <a:gd name="connsiteY2" fmla="*/ 106710 h 106710"/>
              <a:gd name="connsiteX3" fmla="*/ 1964896 w 1964896"/>
              <a:gd name="connsiteY3" fmla="*/ 106710 h 106710"/>
              <a:gd name="connsiteX4" fmla="*/ 0 w 1964896"/>
              <a:gd name="connsiteY4" fmla="*/ 106710 h 106710"/>
              <a:gd name="connsiteX5" fmla="*/ 0 w 1964896"/>
              <a:gd name="connsiteY5" fmla="*/ 106710 h 106710"/>
              <a:gd name="connsiteX6" fmla="*/ 0 w 1964896"/>
              <a:gd name="connsiteY6" fmla="*/ 4351 h 106710"/>
              <a:gd name="connsiteX0" fmla="*/ 0 w 2120506"/>
              <a:gd name="connsiteY0" fmla="*/ 4351 h 220322"/>
              <a:gd name="connsiteX1" fmla="*/ 1877768 w 2120506"/>
              <a:gd name="connsiteY1" fmla="*/ 0 h 220322"/>
              <a:gd name="connsiteX2" fmla="*/ 1964896 w 2120506"/>
              <a:gd name="connsiteY2" fmla="*/ 106710 h 220322"/>
              <a:gd name="connsiteX3" fmla="*/ 2120506 w 2120506"/>
              <a:gd name="connsiteY3" fmla="*/ 220322 h 220322"/>
              <a:gd name="connsiteX4" fmla="*/ 0 w 2120506"/>
              <a:gd name="connsiteY4" fmla="*/ 106710 h 220322"/>
              <a:gd name="connsiteX5" fmla="*/ 0 w 2120506"/>
              <a:gd name="connsiteY5" fmla="*/ 106710 h 220322"/>
              <a:gd name="connsiteX6" fmla="*/ 0 w 2120506"/>
              <a:gd name="connsiteY6" fmla="*/ 4351 h 220322"/>
              <a:gd name="connsiteX0" fmla="*/ 0 w 1964896"/>
              <a:gd name="connsiteY0" fmla="*/ 4351 h 106710"/>
              <a:gd name="connsiteX1" fmla="*/ 1877768 w 1964896"/>
              <a:gd name="connsiteY1" fmla="*/ 0 h 106710"/>
              <a:gd name="connsiteX2" fmla="*/ 1964896 w 1964896"/>
              <a:gd name="connsiteY2" fmla="*/ 106710 h 106710"/>
              <a:gd name="connsiteX3" fmla="*/ 0 w 1964896"/>
              <a:gd name="connsiteY3" fmla="*/ 106710 h 106710"/>
              <a:gd name="connsiteX4" fmla="*/ 0 w 1964896"/>
              <a:gd name="connsiteY4" fmla="*/ 106710 h 106710"/>
              <a:gd name="connsiteX5" fmla="*/ 0 w 1964896"/>
              <a:gd name="connsiteY5" fmla="*/ 4351 h 106710"/>
              <a:gd name="connsiteX0" fmla="*/ 0 w 1975457"/>
              <a:gd name="connsiteY0" fmla="*/ 4351 h 106710"/>
              <a:gd name="connsiteX1" fmla="*/ 1877768 w 1975457"/>
              <a:gd name="connsiteY1" fmla="*/ 0 h 106710"/>
              <a:gd name="connsiteX2" fmla="*/ 1975457 w 1975457"/>
              <a:gd name="connsiteY2" fmla="*/ 101440 h 106710"/>
              <a:gd name="connsiteX3" fmla="*/ 0 w 1975457"/>
              <a:gd name="connsiteY3" fmla="*/ 106710 h 106710"/>
              <a:gd name="connsiteX4" fmla="*/ 0 w 1975457"/>
              <a:gd name="connsiteY4" fmla="*/ 106710 h 106710"/>
              <a:gd name="connsiteX5" fmla="*/ 0 w 1975457"/>
              <a:gd name="connsiteY5" fmla="*/ 4351 h 1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5457" h="106710">
                <a:moveTo>
                  <a:pt x="0" y="4351"/>
                </a:moveTo>
                <a:lnTo>
                  <a:pt x="1877768" y="0"/>
                </a:lnTo>
                <a:lnTo>
                  <a:pt x="1975457" y="101440"/>
                </a:lnTo>
                <a:lnTo>
                  <a:pt x="0" y="106710"/>
                </a:lnTo>
                <a:lnTo>
                  <a:pt x="0" y="106710"/>
                </a:lnTo>
                <a:lnTo>
                  <a:pt x="0" y="435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21" name="Snip Diagonal Corner Rectangle 9"/>
          <p:cNvSpPr/>
          <p:nvPr userDrawn="1"/>
        </p:nvSpPr>
        <p:spPr>
          <a:xfrm rot="2221941" flipV="1">
            <a:off x="10238082" y="2352841"/>
            <a:ext cx="1964896" cy="136479"/>
          </a:xfrm>
          <a:custGeom>
            <a:avLst/>
            <a:gdLst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964896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964896 w 1964896"/>
              <a:gd name="connsiteY3" fmla="*/ 102359 h 102359"/>
              <a:gd name="connsiteX4" fmla="*/ 1866113 w 1964896"/>
              <a:gd name="connsiteY4" fmla="*/ 102275 h 102359"/>
              <a:gd name="connsiteX5" fmla="*/ 0 w 1964896"/>
              <a:gd name="connsiteY5" fmla="*/ 102359 h 102359"/>
              <a:gd name="connsiteX6" fmla="*/ 0 w 1964896"/>
              <a:gd name="connsiteY6" fmla="*/ 102359 h 102359"/>
              <a:gd name="connsiteX7" fmla="*/ 0 w 1964896"/>
              <a:gd name="connsiteY7" fmla="*/ 0 h 102359"/>
              <a:gd name="connsiteX0" fmla="*/ 0 w 1969393"/>
              <a:gd name="connsiteY0" fmla="*/ 0 h 102359"/>
              <a:gd name="connsiteX1" fmla="*/ 1964896 w 1969393"/>
              <a:gd name="connsiteY1" fmla="*/ 0 h 102359"/>
              <a:gd name="connsiteX2" fmla="*/ 1964896 w 1969393"/>
              <a:gd name="connsiteY2" fmla="*/ 0 h 102359"/>
              <a:gd name="connsiteX3" fmla="*/ 1969393 w 1969393"/>
              <a:gd name="connsiteY3" fmla="*/ 93382 h 102359"/>
              <a:gd name="connsiteX4" fmla="*/ 1866113 w 1969393"/>
              <a:gd name="connsiteY4" fmla="*/ 102275 h 102359"/>
              <a:gd name="connsiteX5" fmla="*/ 0 w 1969393"/>
              <a:gd name="connsiteY5" fmla="*/ 102359 h 102359"/>
              <a:gd name="connsiteX6" fmla="*/ 0 w 1969393"/>
              <a:gd name="connsiteY6" fmla="*/ 102359 h 102359"/>
              <a:gd name="connsiteX7" fmla="*/ 0 w 1969393"/>
              <a:gd name="connsiteY7" fmla="*/ 0 h 102359"/>
              <a:gd name="connsiteX0" fmla="*/ 0 w 1964896"/>
              <a:gd name="connsiteY0" fmla="*/ 0 h 102359"/>
              <a:gd name="connsiteX1" fmla="*/ 1964896 w 1964896"/>
              <a:gd name="connsiteY1" fmla="*/ 0 h 102359"/>
              <a:gd name="connsiteX2" fmla="*/ 1964896 w 1964896"/>
              <a:gd name="connsiteY2" fmla="*/ 0 h 102359"/>
              <a:gd name="connsiteX3" fmla="*/ 1866113 w 1964896"/>
              <a:gd name="connsiteY3" fmla="*/ 102275 h 102359"/>
              <a:gd name="connsiteX4" fmla="*/ 0 w 1964896"/>
              <a:gd name="connsiteY4" fmla="*/ 102359 h 102359"/>
              <a:gd name="connsiteX5" fmla="*/ 0 w 1964896"/>
              <a:gd name="connsiteY5" fmla="*/ 102359 h 102359"/>
              <a:gd name="connsiteX6" fmla="*/ 0 w 1964896"/>
              <a:gd name="connsiteY6" fmla="*/ 0 h 102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4896" h="102359">
                <a:moveTo>
                  <a:pt x="0" y="0"/>
                </a:moveTo>
                <a:lnTo>
                  <a:pt x="1964896" y="0"/>
                </a:lnTo>
                <a:lnTo>
                  <a:pt x="1964896" y="0"/>
                </a:lnTo>
                <a:lnTo>
                  <a:pt x="1866113" y="102275"/>
                </a:lnTo>
                <a:lnTo>
                  <a:pt x="0" y="102359"/>
                </a:lnTo>
                <a:lnTo>
                  <a:pt x="0" y="10235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-10281" y="3351903"/>
            <a:ext cx="7684481" cy="2464509"/>
          </a:xfrm>
          <a:prstGeom prst="snip1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22857" y="3649793"/>
            <a:ext cx="6382951" cy="114344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33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3978" y="4793239"/>
            <a:ext cx="6371839" cy="680039"/>
          </a:xfrm>
          <a:prstGeom prst="rect">
            <a:avLst/>
          </a:prstGeom>
        </p:spPr>
        <p:txBody>
          <a:bodyPr lIns="0" rIns="36000">
            <a:normAutofit/>
          </a:bodyPr>
          <a:lstStyle>
            <a:lvl1pPr marL="0" indent="0">
              <a:spcBef>
                <a:spcPts val="0"/>
              </a:spcBef>
              <a:buNone/>
              <a:defRPr sz="1853" b="0">
                <a:solidFill>
                  <a:schemeClr val="bg1"/>
                </a:solidFill>
              </a:defRPr>
            </a:lvl1pPr>
            <a:lvl2pPr marL="423585" indent="0">
              <a:buNone/>
              <a:defRPr sz="1853">
                <a:solidFill>
                  <a:schemeClr val="tx1">
                    <a:tint val="75000"/>
                  </a:schemeClr>
                </a:solidFill>
              </a:defRPr>
            </a:lvl2pPr>
            <a:lvl3pPr marL="847168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3pPr>
            <a:lvl4pPr marL="1270752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4pPr>
            <a:lvl5pPr marL="1694335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5pPr>
            <a:lvl6pPr marL="2117919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6pPr>
            <a:lvl7pPr marL="2541502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7pPr>
            <a:lvl8pPr marL="2965086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8pPr>
            <a:lvl9pPr marL="3388671" indent="0">
              <a:buNone/>
              <a:defRPr sz="14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Sub-header</a:t>
            </a:r>
          </a:p>
        </p:txBody>
      </p:sp>
      <p:pic>
        <p:nvPicPr>
          <p:cNvPr id="22" name="Picture 21" descr="Pres 2002 3 red cmyk copy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2" y="6526255"/>
            <a:ext cx="1769479" cy="2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9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0F4052-4E77-4622-9C27-CC162052FC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36795"/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A6470-DDE8-4E25-A2A8-446CE90C57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836795"/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836795"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874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with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 userDrawn="1"/>
        </p:nvGrpSpPr>
        <p:grpSpPr>
          <a:xfrm>
            <a:off x="814917" y="-130183"/>
            <a:ext cx="10534651" cy="125047"/>
            <a:chOff x="814917" y="-130184"/>
            <a:chExt cx="10534650" cy="125047"/>
          </a:xfrm>
        </p:grpSpPr>
        <p:cxnSp>
          <p:nvCxnSpPr>
            <p:cNvPr id="54" name="Straight Connector 53"/>
            <p:cNvCxnSpPr/>
            <p:nvPr userDrawn="1"/>
          </p:nvCxnSpPr>
          <p:spPr>
            <a:xfrm flipV="1">
              <a:off x="814917" y="-130184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>
            <a:xfrm flipV="1">
              <a:off x="11349567" y="-130184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 userDrawn="1"/>
        </p:nvGrpSpPr>
        <p:grpSpPr>
          <a:xfrm>
            <a:off x="814917" y="6863141"/>
            <a:ext cx="10534651" cy="125047"/>
            <a:chOff x="814917" y="6863140"/>
            <a:chExt cx="10534650" cy="125047"/>
          </a:xfrm>
        </p:grpSpPr>
        <p:cxnSp>
          <p:nvCxnSpPr>
            <p:cNvPr id="57" name="Straight Connector 56"/>
            <p:cNvCxnSpPr/>
            <p:nvPr userDrawn="1"/>
          </p:nvCxnSpPr>
          <p:spPr>
            <a:xfrm flipV="1">
              <a:off x="814917" y="6863140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>
            <a:xfrm flipV="1">
              <a:off x="11349567" y="6863140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 userDrawn="1"/>
        </p:nvGrpSpPr>
        <p:grpSpPr>
          <a:xfrm>
            <a:off x="-135465" y="1052513"/>
            <a:ext cx="12462935" cy="581027"/>
            <a:chOff x="-135467" y="1052513"/>
            <a:chExt cx="12462935" cy="581026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-135467" y="1052513"/>
              <a:ext cx="135467" cy="581026"/>
              <a:chOff x="-135467" y="1052513"/>
              <a:chExt cx="135467" cy="581026"/>
            </a:xfrm>
          </p:grpSpPr>
          <p:cxnSp>
            <p:nvCxnSpPr>
              <p:cNvPr id="64" name="Straight Connector 63"/>
              <p:cNvCxnSpPr/>
              <p:nvPr userDrawn="1"/>
            </p:nvCxnSpPr>
            <p:spPr>
              <a:xfrm>
                <a:off x="-135467" y="1052513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 userDrawn="1"/>
            </p:nvCxnSpPr>
            <p:spPr>
              <a:xfrm>
                <a:off x="-135467" y="1633539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12192001" y="1052513"/>
              <a:ext cx="135467" cy="581026"/>
              <a:chOff x="12192001" y="1052513"/>
              <a:chExt cx="135467" cy="581026"/>
            </a:xfrm>
          </p:grpSpPr>
          <p:cxnSp>
            <p:nvCxnSpPr>
              <p:cNvPr id="62" name="Straight Connector 61"/>
              <p:cNvCxnSpPr/>
              <p:nvPr userDrawn="1"/>
            </p:nvCxnSpPr>
            <p:spPr>
              <a:xfrm>
                <a:off x="12192001" y="1052513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 userDrawn="1"/>
            </p:nvCxnSpPr>
            <p:spPr>
              <a:xfrm>
                <a:off x="12192001" y="1633539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Group 65"/>
          <p:cNvGrpSpPr/>
          <p:nvPr userDrawn="1"/>
        </p:nvGrpSpPr>
        <p:grpSpPr>
          <a:xfrm>
            <a:off x="-135846" y="6017151"/>
            <a:ext cx="12463315" cy="242188"/>
            <a:chOff x="-135847" y="5907422"/>
            <a:chExt cx="12463315" cy="242188"/>
          </a:xfrm>
        </p:grpSpPr>
        <p:cxnSp>
          <p:nvCxnSpPr>
            <p:cNvPr id="67" name="Straight Connector 66"/>
            <p:cNvCxnSpPr/>
            <p:nvPr userDrawn="1"/>
          </p:nvCxnSpPr>
          <p:spPr>
            <a:xfrm>
              <a:off x="12192001" y="6149610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12192001" y="5907422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-135847" y="6149610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-135847" y="5907422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3534" y="3260781"/>
            <a:ext cx="5901371" cy="1704181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58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3534" y="4964967"/>
            <a:ext cx="5901371" cy="523623"/>
          </a:xfrm>
          <a:prstGeom prst="rect">
            <a:avLst/>
          </a:prstGeom>
        </p:spPr>
        <p:txBody>
          <a:bodyPr lIns="46800" rIns="46800" anchor="ctr">
            <a:noAutofit/>
          </a:bodyPr>
          <a:lstStyle>
            <a:lvl1pPr marL="0" indent="0" algn="l">
              <a:buNone/>
              <a:defRPr sz="222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17672" indent="0" algn="ctr">
              <a:buNone/>
              <a:defRPr sz="1390"/>
            </a:lvl2pPr>
            <a:lvl3pPr marL="635345" indent="0" algn="ctr">
              <a:buNone/>
              <a:defRPr sz="1252"/>
            </a:lvl3pPr>
            <a:lvl4pPr marL="953017" indent="0" algn="ctr">
              <a:buNone/>
              <a:defRPr sz="1112"/>
            </a:lvl4pPr>
            <a:lvl5pPr marL="1270689" indent="0" algn="ctr">
              <a:buNone/>
              <a:defRPr sz="1112"/>
            </a:lvl5pPr>
            <a:lvl6pPr marL="1588361" indent="0" algn="ctr">
              <a:buNone/>
              <a:defRPr sz="1112"/>
            </a:lvl6pPr>
            <a:lvl7pPr marL="1906033" indent="0" algn="ctr">
              <a:buNone/>
              <a:defRPr sz="1112"/>
            </a:lvl7pPr>
            <a:lvl8pPr marL="2223704" indent="0" algn="ctr">
              <a:buNone/>
              <a:defRPr sz="1112"/>
            </a:lvl8pPr>
            <a:lvl9pPr marL="2541376" indent="0" algn="ctr">
              <a:buNone/>
              <a:defRPr sz="1112"/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13" name="Rectangle 14"/>
          <p:cNvSpPr/>
          <p:nvPr userDrawn="1"/>
        </p:nvSpPr>
        <p:spPr>
          <a:xfrm>
            <a:off x="12650537" y="0"/>
            <a:ext cx="2630743" cy="20955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770" defTabSz="836795"/>
            <a:r>
              <a:rPr lang="en-US" sz="626" b="1" dirty="0">
                <a:solidFill>
                  <a:srgbClr val="FFFFFF"/>
                </a:solidFill>
                <a:latin typeface="Calibri"/>
                <a:cs typeface="Calibri"/>
              </a:rPr>
              <a:t>Slide Instructions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12770957" y="209561"/>
            <a:ext cx="2503125" cy="19820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836795">
              <a:spcAft>
                <a:spcPts val="208"/>
              </a:spcAft>
            </a:pPr>
            <a:r>
              <a:rPr lang="en-US" sz="452" i="1" dirty="0">
                <a:solidFill>
                  <a:srgbClr val="464B54"/>
                </a:solidFill>
              </a:rPr>
              <a:t>Instructions are not visible during Show Mode</a:t>
            </a:r>
            <a:br>
              <a:rPr lang="en-US" sz="452" i="1" dirty="0">
                <a:solidFill>
                  <a:srgbClr val="464B54"/>
                </a:solidFill>
              </a:rPr>
            </a:br>
            <a:br>
              <a:rPr lang="en-US" sz="452" i="1" dirty="0">
                <a:solidFill>
                  <a:srgbClr val="464B54"/>
                </a:solidFill>
              </a:rPr>
            </a:br>
            <a:r>
              <a:rPr lang="en-US" sz="626" b="1" dirty="0">
                <a:solidFill>
                  <a:srgbClr val="464B54"/>
                </a:solidFill>
              </a:rPr>
              <a:t>To insert images</a:t>
            </a:r>
          </a:p>
          <a:p>
            <a:pPr marL="65080" indent="-65080" defTabSz="635345">
              <a:spcAft>
                <a:spcPts val="208"/>
              </a:spcAft>
              <a:buFont typeface="Wingdings" charset="2"/>
              <a:buChar char="§"/>
              <a:defRPr/>
            </a:pPr>
            <a:r>
              <a:rPr lang="en-US" sz="556" dirty="0">
                <a:solidFill>
                  <a:srgbClr val="464B54"/>
                </a:solidFill>
              </a:rPr>
              <a:t>Drag the image from your source folder onto the slide or click the placeholder and select the photo</a:t>
            </a:r>
          </a:p>
          <a:p>
            <a:pPr marL="65080" indent="-65080" defTabSz="635345">
              <a:spcAft>
                <a:spcPts val="208"/>
              </a:spcAft>
              <a:buFont typeface="Wingdings" charset="2"/>
              <a:buChar char="§"/>
              <a:defRPr/>
            </a:pPr>
            <a:r>
              <a:rPr lang="en-US" sz="556" dirty="0">
                <a:solidFill>
                  <a:srgbClr val="464B54"/>
                </a:solidFill>
              </a:rPr>
              <a:t>To reposition your photo, click “</a:t>
            </a:r>
            <a:r>
              <a:rPr lang="en-US" sz="556" b="1" dirty="0">
                <a:solidFill>
                  <a:srgbClr val="464B54"/>
                </a:solidFill>
              </a:rPr>
              <a:t>Picture Format” </a:t>
            </a:r>
            <a:r>
              <a:rPr lang="en-US" sz="556" dirty="0">
                <a:solidFill>
                  <a:srgbClr val="464B54"/>
                </a:solidFill>
              </a:rPr>
              <a:t>and then </a:t>
            </a:r>
            <a:r>
              <a:rPr lang="en-US" sz="556" b="1" dirty="0">
                <a:solidFill>
                  <a:srgbClr val="464B54"/>
                </a:solidFill>
              </a:rPr>
              <a:t>“Crop”</a:t>
            </a:r>
          </a:p>
          <a:p>
            <a:pPr marL="65080" indent="-65080" defTabSz="836795">
              <a:spcAft>
                <a:spcPts val="208"/>
              </a:spcAft>
              <a:buFont typeface="Wingdings" charset="2"/>
              <a:buChar char="§"/>
            </a:pPr>
            <a:r>
              <a:rPr lang="en-US" sz="556" dirty="0">
                <a:solidFill>
                  <a:srgbClr val="464B54"/>
                </a:solidFill>
              </a:rPr>
              <a:t>If the image overlaps/hides the text, click “</a:t>
            </a:r>
            <a:r>
              <a:rPr lang="en-US" sz="556" b="1" dirty="0">
                <a:solidFill>
                  <a:srgbClr val="464B54"/>
                </a:solidFill>
              </a:rPr>
              <a:t>reset” </a:t>
            </a:r>
            <a:r>
              <a:rPr lang="en-US" sz="556" dirty="0">
                <a:solidFill>
                  <a:srgbClr val="464B54"/>
                </a:solidFill>
              </a:rPr>
              <a:t>or right click on the image and select </a:t>
            </a:r>
            <a:r>
              <a:rPr lang="en-US" sz="556" b="1" dirty="0">
                <a:solidFill>
                  <a:srgbClr val="464B54"/>
                </a:solidFill>
              </a:rPr>
              <a:t>Arrange &gt; Send to Back</a:t>
            </a:r>
          </a:p>
          <a:p>
            <a:pPr marL="65080" indent="-65080" defTabSz="627565">
              <a:spcAft>
                <a:spcPts val="208"/>
              </a:spcAft>
              <a:buFont typeface="Wingdings" charset="2"/>
              <a:buChar char="§"/>
              <a:defRPr/>
            </a:pPr>
            <a:r>
              <a:rPr lang="en-US" sz="556" dirty="0">
                <a:solidFill>
                  <a:srgbClr val="464B54"/>
                </a:solidFill>
              </a:rPr>
              <a:t>If you do not want to put any photos in, it will remain red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23533" y="5522918"/>
            <a:ext cx="5892904" cy="392113"/>
          </a:xfrm>
        </p:spPr>
        <p:txBody>
          <a:bodyPr lIns="46800">
            <a:normAutofit/>
          </a:bodyPr>
          <a:lstStyle>
            <a:lvl1pPr marL="0" indent="0">
              <a:buNone/>
              <a:defRPr sz="974" b="1" cap="all" spc="-21" baseline="0"/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833969" y="2918291"/>
            <a:ext cx="36449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98" y="811435"/>
            <a:ext cx="3919252" cy="1738988"/>
          </a:xfrm>
          <a:prstGeom prst="rect">
            <a:avLst/>
          </a:prstGeom>
        </p:spPr>
      </p:pic>
      <p:sp>
        <p:nvSpPr>
          <p:cNvPr id="34" name="Document 25"/>
          <p:cNvSpPr/>
          <p:nvPr userDrawn="1"/>
        </p:nvSpPr>
        <p:spPr>
          <a:xfrm rot="4201906">
            <a:off x="5794538" y="-439770"/>
            <a:ext cx="8325247" cy="6974777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1251"/>
              <a:gd name="connsiteX1" fmla="*/ 21600 w 21600"/>
              <a:gd name="connsiteY1" fmla="*/ 0 h 21251"/>
              <a:gd name="connsiteX2" fmla="*/ 21600 w 21600"/>
              <a:gd name="connsiteY2" fmla="*/ 17322 h 21251"/>
              <a:gd name="connsiteX3" fmla="*/ 0 w 21600"/>
              <a:gd name="connsiteY3" fmla="*/ 20088 h 21251"/>
              <a:gd name="connsiteX4" fmla="*/ 0 w 21600"/>
              <a:gd name="connsiteY4" fmla="*/ 0 h 21251"/>
              <a:gd name="connsiteX0" fmla="*/ 0 w 21600"/>
              <a:gd name="connsiteY0" fmla="*/ 0 h 21001"/>
              <a:gd name="connsiteX1" fmla="*/ 21600 w 21600"/>
              <a:gd name="connsiteY1" fmla="*/ 0 h 21001"/>
              <a:gd name="connsiteX2" fmla="*/ 21600 w 21600"/>
              <a:gd name="connsiteY2" fmla="*/ 17322 h 21001"/>
              <a:gd name="connsiteX3" fmla="*/ 0 w 21600"/>
              <a:gd name="connsiteY3" fmla="*/ 20088 h 21001"/>
              <a:gd name="connsiteX4" fmla="*/ 0 w 21600"/>
              <a:gd name="connsiteY4" fmla="*/ 0 h 21001"/>
              <a:gd name="connsiteX0" fmla="*/ 0 w 21600"/>
              <a:gd name="connsiteY0" fmla="*/ 0 h 20890"/>
              <a:gd name="connsiteX1" fmla="*/ 21600 w 21600"/>
              <a:gd name="connsiteY1" fmla="*/ 0 h 20890"/>
              <a:gd name="connsiteX2" fmla="*/ 21600 w 21600"/>
              <a:gd name="connsiteY2" fmla="*/ 17322 h 20890"/>
              <a:gd name="connsiteX3" fmla="*/ 0 w 21600"/>
              <a:gd name="connsiteY3" fmla="*/ 19963 h 20890"/>
              <a:gd name="connsiteX4" fmla="*/ 0 w 21600"/>
              <a:gd name="connsiteY4" fmla="*/ 0 h 20890"/>
              <a:gd name="connsiteX0" fmla="*/ 0 w 21600"/>
              <a:gd name="connsiteY0" fmla="*/ 0 h 21007"/>
              <a:gd name="connsiteX1" fmla="*/ 21600 w 21600"/>
              <a:gd name="connsiteY1" fmla="*/ 0 h 21007"/>
              <a:gd name="connsiteX2" fmla="*/ 21600 w 21600"/>
              <a:gd name="connsiteY2" fmla="*/ 17322 h 21007"/>
              <a:gd name="connsiteX3" fmla="*/ 0 w 21600"/>
              <a:gd name="connsiteY3" fmla="*/ 19963 h 21007"/>
              <a:gd name="connsiteX4" fmla="*/ 0 w 21600"/>
              <a:gd name="connsiteY4" fmla="*/ 0 h 21007"/>
              <a:gd name="connsiteX0" fmla="*/ 0 w 21600"/>
              <a:gd name="connsiteY0" fmla="*/ 0 h 21080"/>
              <a:gd name="connsiteX1" fmla="*/ 21600 w 21600"/>
              <a:gd name="connsiteY1" fmla="*/ 0 h 21080"/>
              <a:gd name="connsiteX2" fmla="*/ 21600 w 21600"/>
              <a:gd name="connsiteY2" fmla="*/ 17322 h 21080"/>
              <a:gd name="connsiteX3" fmla="*/ 0 w 21600"/>
              <a:gd name="connsiteY3" fmla="*/ 20047 h 21080"/>
              <a:gd name="connsiteX4" fmla="*/ 0 w 21600"/>
              <a:gd name="connsiteY4" fmla="*/ 0 h 21080"/>
              <a:gd name="connsiteX0" fmla="*/ 0 w 21600"/>
              <a:gd name="connsiteY0" fmla="*/ 0 h 21015"/>
              <a:gd name="connsiteX1" fmla="*/ 21600 w 21600"/>
              <a:gd name="connsiteY1" fmla="*/ 0 h 21015"/>
              <a:gd name="connsiteX2" fmla="*/ 21549 w 21600"/>
              <a:gd name="connsiteY2" fmla="*/ 16746 h 21015"/>
              <a:gd name="connsiteX3" fmla="*/ 0 w 21600"/>
              <a:gd name="connsiteY3" fmla="*/ 20047 h 21015"/>
              <a:gd name="connsiteX4" fmla="*/ 0 w 21600"/>
              <a:gd name="connsiteY4" fmla="*/ 0 h 21015"/>
              <a:gd name="connsiteX0" fmla="*/ 0 w 21600"/>
              <a:gd name="connsiteY0" fmla="*/ 0 h 21213"/>
              <a:gd name="connsiteX1" fmla="*/ 21600 w 21600"/>
              <a:gd name="connsiteY1" fmla="*/ 0 h 21213"/>
              <a:gd name="connsiteX2" fmla="*/ 21549 w 21600"/>
              <a:gd name="connsiteY2" fmla="*/ 16746 h 21213"/>
              <a:gd name="connsiteX3" fmla="*/ 51 w 21600"/>
              <a:gd name="connsiteY3" fmla="*/ 20268 h 21213"/>
              <a:gd name="connsiteX4" fmla="*/ 0 w 21600"/>
              <a:gd name="connsiteY4" fmla="*/ 0 h 21213"/>
              <a:gd name="connsiteX0" fmla="*/ 0 w 21600"/>
              <a:gd name="connsiteY0" fmla="*/ 0 h 21179"/>
              <a:gd name="connsiteX1" fmla="*/ 21600 w 21600"/>
              <a:gd name="connsiteY1" fmla="*/ 0 h 21179"/>
              <a:gd name="connsiteX2" fmla="*/ 21549 w 21600"/>
              <a:gd name="connsiteY2" fmla="*/ 16746 h 21179"/>
              <a:gd name="connsiteX3" fmla="*/ 51 w 21600"/>
              <a:gd name="connsiteY3" fmla="*/ 20268 h 21179"/>
              <a:gd name="connsiteX4" fmla="*/ 0 w 21600"/>
              <a:gd name="connsiteY4" fmla="*/ 0 h 21179"/>
              <a:gd name="connsiteX0" fmla="*/ 0 w 21600"/>
              <a:gd name="connsiteY0" fmla="*/ 0 h 21255"/>
              <a:gd name="connsiteX1" fmla="*/ 21600 w 21600"/>
              <a:gd name="connsiteY1" fmla="*/ 0 h 21255"/>
              <a:gd name="connsiteX2" fmla="*/ 21600 w 21600"/>
              <a:gd name="connsiteY2" fmla="*/ 17455 h 21255"/>
              <a:gd name="connsiteX3" fmla="*/ 51 w 21600"/>
              <a:gd name="connsiteY3" fmla="*/ 20268 h 21255"/>
              <a:gd name="connsiteX4" fmla="*/ 0 w 21600"/>
              <a:gd name="connsiteY4" fmla="*/ 0 h 21255"/>
              <a:gd name="connsiteX0" fmla="*/ 0 w 21600"/>
              <a:gd name="connsiteY0" fmla="*/ 0 h 20676"/>
              <a:gd name="connsiteX1" fmla="*/ 21600 w 21600"/>
              <a:gd name="connsiteY1" fmla="*/ 0 h 20676"/>
              <a:gd name="connsiteX2" fmla="*/ 21600 w 21600"/>
              <a:gd name="connsiteY2" fmla="*/ 17455 h 20676"/>
              <a:gd name="connsiteX3" fmla="*/ 51 w 21600"/>
              <a:gd name="connsiteY3" fmla="*/ 19604 h 20676"/>
              <a:gd name="connsiteX4" fmla="*/ 0 w 21600"/>
              <a:gd name="connsiteY4" fmla="*/ 0 h 20676"/>
              <a:gd name="connsiteX0" fmla="*/ 0 w 21600"/>
              <a:gd name="connsiteY0" fmla="*/ 0 h 20712"/>
              <a:gd name="connsiteX1" fmla="*/ 21600 w 21600"/>
              <a:gd name="connsiteY1" fmla="*/ 0 h 20712"/>
              <a:gd name="connsiteX2" fmla="*/ 21600 w 21600"/>
              <a:gd name="connsiteY2" fmla="*/ 17455 h 20712"/>
              <a:gd name="connsiteX3" fmla="*/ 51 w 21600"/>
              <a:gd name="connsiteY3" fmla="*/ 19604 h 20712"/>
              <a:gd name="connsiteX4" fmla="*/ 0 w 21600"/>
              <a:gd name="connsiteY4" fmla="*/ 0 h 20712"/>
              <a:gd name="connsiteX0" fmla="*/ 5635 w 21550"/>
              <a:gd name="connsiteY0" fmla="*/ 5415 h 20712"/>
              <a:gd name="connsiteX1" fmla="*/ 21550 w 21550"/>
              <a:gd name="connsiteY1" fmla="*/ 0 h 20712"/>
              <a:gd name="connsiteX2" fmla="*/ 21550 w 21550"/>
              <a:gd name="connsiteY2" fmla="*/ 17455 h 20712"/>
              <a:gd name="connsiteX3" fmla="*/ 1 w 21550"/>
              <a:gd name="connsiteY3" fmla="*/ 19604 h 20712"/>
              <a:gd name="connsiteX4" fmla="*/ 5635 w 21550"/>
              <a:gd name="connsiteY4" fmla="*/ 5415 h 20712"/>
              <a:gd name="connsiteX0" fmla="*/ 5635 w 21550"/>
              <a:gd name="connsiteY0" fmla="*/ 5415 h 20712"/>
              <a:gd name="connsiteX1" fmla="*/ 21550 w 21550"/>
              <a:gd name="connsiteY1" fmla="*/ 0 h 20712"/>
              <a:gd name="connsiteX2" fmla="*/ 21550 w 21550"/>
              <a:gd name="connsiteY2" fmla="*/ 17455 h 20712"/>
              <a:gd name="connsiteX3" fmla="*/ 1 w 21550"/>
              <a:gd name="connsiteY3" fmla="*/ 19604 h 20712"/>
              <a:gd name="connsiteX4" fmla="*/ 5635 w 21550"/>
              <a:gd name="connsiteY4" fmla="*/ 5415 h 20712"/>
              <a:gd name="connsiteX0" fmla="*/ 5634 w 21549"/>
              <a:gd name="connsiteY0" fmla="*/ 5415 h 20712"/>
              <a:gd name="connsiteX1" fmla="*/ 21549 w 21549"/>
              <a:gd name="connsiteY1" fmla="*/ 0 h 20712"/>
              <a:gd name="connsiteX2" fmla="*/ 21549 w 21549"/>
              <a:gd name="connsiteY2" fmla="*/ 17455 h 20712"/>
              <a:gd name="connsiteX3" fmla="*/ 0 w 21549"/>
              <a:gd name="connsiteY3" fmla="*/ 19604 h 20712"/>
              <a:gd name="connsiteX4" fmla="*/ 5634 w 21549"/>
              <a:gd name="connsiteY4" fmla="*/ 5415 h 20712"/>
              <a:gd name="connsiteX0" fmla="*/ 5634 w 21549"/>
              <a:gd name="connsiteY0" fmla="*/ 5415 h 20712"/>
              <a:gd name="connsiteX1" fmla="*/ 21549 w 21549"/>
              <a:gd name="connsiteY1" fmla="*/ 0 h 20712"/>
              <a:gd name="connsiteX2" fmla="*/ 21549 w 21549"/>
              <a:gd name="connsiteY2" fmla="*/ 17455 h 20712"/>
              <a:gd name="connsiteX3" fmla="*/ 0 w 21549"/>
              <a:gd name="connsiteY3" fmla="*/ 19604 h 20712"/>
              <a:gd name="connsiteX4" fmla="*/ 5634 w 21549"/>
              <a:gd name="connsiteY4" fmla="*/ 5415 h 20712"/>
              <a:gd name="connsiteX0" fmla="*/ 5847 w 21549"/>
              <a:gd name="connsiteY0" fmla="*/ 5482 h 20712"/>
              <a:gd name="connsiteX1" fmla="*/ 21549 w 21549"/>
              <a:gd name="connsiteY1" fmla="*/ 0 h 20712"/>
              <a:gd name="connsiteX2" fmla="*/ 21549 w 21549"/>
              <a:gd name="connsiteY2" fmla="*/ 17455 h 20712"/>
              <a:gd name="connsiteX3" fmla="*/ 0 w 21549"/>
              <a:gd name="connsiteY3" fmla="*/ 19604 h 20712"/>
              <a:gd name="connsiteX4" fmla="*/ 5847 w 21549"/>
              <a:gd name="connsiteY4" fmla="*/ 5482 h 20712"/>
              <a:gd name="connsiteX0" fmla="*/ 5847 w 23398"/>
              <a:gd name="connsiteY0" fmla="*/ 0 h 15230"/>
              <a:gd name="connsiteX1" fmla="*/ 23398 w 23398"/>
              <a:gd name="connsiteY1" fmla="*/ 5242 h 15230"/>
              <a:gd name="connsiteX2" fmla="*/ 21549 w 23398"/>
              <a:gd name="connsiteY2" fmla="*/ 11973 h 15230"/>
              <a:gd name="connsiteX3" fmla="*/ 0 w 23398"/>
              <a:gd name="connsiteY3" fmla="*/ 14122 h 15230"/>
              <a:gd name="connsiteX4" fmla="*/ 5847 w 23398"/>
              <a:gd name="connsiteY4" fmla="*/ 0 h 15230"/>
              <a:gd name="connsiteX0" fmla="*/ 6839 w 23398"/>
              <a:gd name="connsiteY0" fmla="*/ 0 h 15216"/>
              <a:gd name="connsiteX1" fmla="*/ 23398 w 23398"/>
              <a:gd name="connsiteY1" fmla="*/ 5228 h 15216"/>
              <a:gd name="connsiteX2" fmla="*/ 21549 w 23398"/>
              <a:gd name="connsiteY2" fmla="*/ 11959 h 15216"/>
              <a:gd name="connsiteX3" fmla="*/ 0 w 23398"/>
              <a:gd name="connsiteY3" fmla="*/ 14108 h 15216"/>
              <a:gd name="connsiteX4" fmla="*/ 6839 w 23398"/>
              <a:gd name="connsiteY4" fmla="*/ 0 h 15216"/>
              <a:gd name="connsiteX0" fmla="*/ 6027 w 22586"/>
              <a:gd name="connsiteY0" fmla="*/ 0 h 15386"/>
              <a:gd name="connsiteX1" fmla="*/ 22586 w 22586"/>
              <a:gd name="connsiteY1" fmla="*/ 5228 h 15386"/>
              <a:gd name="connsiteX2" fmla="*/ 20737 w 22586"/>
              <a:gd name="connsiteY2" fmla="*/ 11959 h 15386"/>
              <a:gd name="connsiteX3" fmla="*/ 0 w 22586"/>
              <a:gd name="connsiteY3" fmla="*/ 14305 h 15386"/>
              <a:gd name="connsiteX4" fmla="*/ 6027 w 22586"/>
              <a:gd name="connsiteY4" fmla="*/ 0 h 15386"/>
              <a:gd name="connsiteX0" fmla="*/ 6027 w 22586"/>
              <a:gd name="connsiteY0" fmla="*/ 0 h 15386"/>
              <a:gd name="connsiteX1" fmla="*/ 22586 w 22586"/>
              <a:gd name="connsiteY1" fmla="*/ 5228 h 15386"/>
              <a:gd name="connsiteX2" fmla="*/ 20737 w 22586"/>
              <a:gd name="connsiteY2" fmla="*/ 11959 h 15386"/>
              <a:gd name="connsiteX3" fmla="*/ 0 w 22586"/>
              <a:gd name="connsiteY3" fmla="*/ 14305 h 15386"/>
              <a:gd name="connsiteX4" fmla="*/ 6027 w 22586"/>
              <a:gd name="connsiteY4" fmla="*/ 0 h 15386"/>
              <a:gd name="connsiteX0" fmla="*/ 6027 w 22586"/>
              <a:gd name="connsiteY0" fmla="*/ 0 h 15386"/>
              <a:gd name="connsiteX1" fmla="*/ 22586 w 22586"/>
              <a:gd name="connsiteY1" fmla="*/ 5228 h 15386"/>
              <a:gd name="connsiteX2" fmla="*/ 20737 w 22586"/>
              <a:gd name="connsiteY2" fmla="*/ 11959 h 15386"/>
              <a:gd name="connsiteX3" fmla="*/ 0 w 22586"/>
              <a:gd name="connsiteY3" fmla="*/ 14305 h 15386"/>
              <a:gd name="connsiteX4" fmla="*/ 6027 w 22586"/>
              <a:gd name="connsiteY4" fmla="*/ 0 h 15386"/>
              <a:gd name="connsiteX0" fmla="*/ 5936 w 22495"/>
              <a:gd name="connsiteY0" fmla="*/ 0 h 15412"/>
              <a:gd name="connsiteX1" fmla="*/ 22495 w 22495"/>
              <a:gd name="connsiteY1" fmla="*/ 5228 h 15412"/>
              <a:gd name="connsiteX2" fmla="*/ 20646 w 22495"/>
              <a:gd name="connsiteY2" fmla="*/ 11959 h 15412"/>
              <a:gd name="connsiteX3" fmla="*/ 0 w 22495"/>
              <a:gd name="connsiteY3" fmla="*/ 14334 h 15412"/>
              <a:gd name="connsiteX4" fmla="*/ 5936 w 22495"/>
              <a:gd name="connsiteY4" fmla="*/ 0 h 15412"/>
              <a:gd name="connsiteX0" fmla="*/ 5936 w 22495"/>
              <a:gd name="connsiteY0" fmla="*/ 0 h 15418"/>
              <a:gd name="connsiteX1" fmla="*/ 22495 w 22495"/>
              <a:gd name="connsiteY1" fmla="*/ 5228 h 15418"/>
              <a:gd name="connsiteX2" fmla="*/ 19560 w 22495"/>
              <a:gd name="connsiteY2" fmla="*/ 12005 h 15418"/>
              <a:gd name="connsiteX3" fmla="*/ 0 w 22495"/>
              <a:gd name="connsiteY3" fmla="*/ 14334 h 15418"/>
              <a:gd name="connsiteX4" fmla="*/ 5936 w 22495"/>
              <a:gd name="connsiteY4" fmla="*/ 0 h 15418"/>
              <a:gd name="connsiteX0" fmla="*/ 5936 w 21909"/>
              <a:gd name="connsiteY0" fmla="*/ 0 h 15418"/>
              <a:gd name="connsiteX1" fmla="*/ 21909 w 21909"/>
              <a:gd name="connsiteY1" fmla="*/ 5641 h 15418"/>
              <a:gd name="connsiteX2" fmla="*/ 19560 w 21909"/>
              <a:gd name="connsiteY2" fmla="*/ 12005 h 15418"/>
              <a:gd name="connsiteX3" fmla="*/ 0 w 21909"/>
              <a:gd name="connsiteY3" fmla="*/ 14334 h 15418"/>
              <a:gd name="connsiteX4" fmla="*/ 5936 w 21909"/>
              <a:gd name="connsiteY4" fmla="*/ 0 h 15418"/>
              <a:gd name="connsiteX0" fmla="*/ 5936 w 22332"/>
              <a:gd name="connsiteY0" fmla="*/ 0 h 15418"/>
              <a:gd name="connsiteX1" fmla="*/ 22332 w 22332"/>
              <a:gd name="connsiteY1" fmla="*/ 5206 h 15418"/>
              <a:gd name="connsiteX2" fmla="*/ 19560 w 22332"/>
              <a:gd name="connsiteY2" fmla="*/ 12005 h 15418"/>
              <a:gd name="connsiteX3" fmla="*/ 0 w 22332"/>
              <a:gd name="connsiteY3" fmla="*/ 14334 h 15418"/>
              <a:gd name="connsiteX4" fmla="*/ 5936 w 22332"/>
              <a:gd name="connsiteY4" fmla="*/ 0 h 15418"/>
              <a:gd name="connsiteX0" fmla="*/ 5936 w 22332"/>
              <a:gd name="connsiteY0" fmla="*/ 0 h 15396"/>
              <a:gd name="connsiteX1" fmla="*/ 22332 w 22332"/>
              <a:gd name="connsiteY1" fmla="*/ 5206 h 15396"/>
              <a:gd name="connsiteX2" fmla="*/ 19560 w 22332"/>
              <a:gd name="connsiteY2" fmla="*/ 12005 h 15396"/>
              <a:gd name="connsiteX3" fmla="*/ 0 w 22332"/>
              <a:gd name="connsiteY3" fmla="*/ 14334 h 15396"/>
              <a:gd name="connsiteX4" fmla="*/ 5936 w 22332"/>
              <a:gd name="connsiteY4" fmla="*/ 0 h 15396"/>
              <a:gd name="connsiteX0" fmla="*/ 5936 w 22332"/>
              <a:gd name="connsiteY0" fmla="*/ 0 h 15680"/>
              <a:gd name="connsiteX1" fmla="*/ 22332 w 22332"/>
              <a:gd name="connsiteY1" fmla="*/ 5206 h 15680"/>
              <a:gd name="connsiteX2" fmla="*/ 18831 w 22332"/>
              <a:gd name="connsiteY2" fmla="*/ 13749 h 15680"/>
              <a:gd name="connsiteX3" fmla="*/ 0 w 22332"/>
              <a:gd name="connsiteY3" fmla="*/ 14334 h 15680"/>
              <a:gd name="connsiteX4" fmla="*/ 5936 w 22332"/>
              <a:gd name="connsiteY4" fmla="*/ 0 h 15680"/>
              <a:gd name="connsiteX0" fmla="*/ 5936 w 22332"/>
              <a:gd name="connsiteY0" fmla="*/ 0 h 15137"/>
              <a:gd name="connsiteX1" fmla="*/ 22332 w 22332"/>
              <a:gd name="connsiteY1" fmla="*/ 5206 h 15137"/>
              <a:gd name="connsiteX2" fmla="*/ 18831 w 22332"/>
              <a:gd name="connsiteY2" fmla="*/ 13749 h 15137"/>
              <a:gd name="connsiteX3" fmla="*/ 0 w 22332"/>
              <a:gd name="connsiteY3" fmla="*/ 14334 h 15137"/>
              <a:gd name="connsiteX4" fmla="*/ 5936 w 22332"/>
              <a:gd name="connsiteY4" fmla="*/ 0 h 15137"/>
              <a:gd name="connsiteX0" fmla="*/ 5936 w 22332"/>
              <a:gd name="connsiteY0" fmla="*/ 0 h 15426"/>
              <a:gd name="connsiteX1" fmla="*/ 22332 w 22332"/>
              <a:gd name="connsiteY1" fmla="*/ 5206 h 15426"/>
              <a:gd name="connsiteX2" fmla="*/ 18831 w 22332"/>
              <a:gd name="connsiteY2" fmla="*/ 13749 h 15426"/>
              <a:gd name="connsiteX3" fmla="*/ 0 w 22332"/>
              <a:gd name="connsiteY3" fmla="*/ 14334 h 15426"/>
              <a:gd name="connsiteX4" fmla="*/ 5936 w 22332"/>
              <a:gd name="connsiteY4" fmla="*/ 0 h 15426"/>
              <a:gd name="connsiteX0" fmla="*/ 5997 w 22393"/>
              <a:gd name="connsiteY0" fmla="*/ 0 h 15408"/>
              <a:gd name="connsiteX1" fmla="*/ 22393 w 22393"/>
              <a:gd name="connsiteY1" fmla="*/ 5206 h 15408"/>
              <a:gd name="connsiteX2" fmla="*/ 18892 w 22393"/>
              <a:gd name="connsiteY2" fmla="*/ 13749 h 15408"/>
              <a:gd name="connsiteX3" fmla="*/ 0 w 22393"/>
              <a:gd name="connsiteY3" fmla="*/ 14315 h 15408"/>
              <a:gd name="connsiteX4" fmla="*/ 5997 w 22393"/>
              <a:gd name="connsiteY4" fmla="*/ 0 h 15408"/>
              <a:gd name="connsiteX0" fmla="*/ 6127 w 22523"/>
              <a:gd name="connsiteY0" fmla="*/ 0 h 15616"/>
              <a:gd name="connsiteX1" fmla="*/ 22523 w 22523"/>
              <a:gd name="connsiteY1" fmla="*/ 5206 h 15616"/>
              <a:gd name="connsiteX2" fmla="*/ 19022 w 22523"/>
              <a:gd name="connsiteY2" fmla="*/ 13749 h 15616"/>
              <a:gd name="connsiteX3" fmla="*/ 0 w 22523"/>
              <a:gd name="connsiteY3" fmla="*/ 14543 h 15616"/>
              <a:gd name="connsiteX4" fmla="*/ 6127 w 22523"/>
              <a:gd name="connsiteY4" fmla="*/ 0 h 15616"/>
              <a:gd name="connsiteX0" fmla="*/ 6127 w 22523"/>
              <a:gd name="connsiteY0" fmla="*/ 0 h 15491"/>
              <a:gd name="connsiteX1" fmla="*/ 22523 w 22523"/>
              <a:gd name="connsiteY1" fmla="*/ 5206 h 15491"/>
              <a:gd name="connsiteX2" fmla="*/ 19022 w 22523"/>
              <a:gd name="connsiteY2" fmla="*/ 13749 h 15491"/>
              <a:gd name="connsiteX3" fmla="*/ 0 w 22523"/>
              <a:gd name="connsiteY3" fmla="*/ 14543 h 15491"/>
              <a:gd name="connsiteX4" fmla="*/ 6127 w 22523"/>
              <a:gd name="connsiteY4" fmla="*/ 0 h 15491"/>
              <a:gd name="connsiteX0" fmla="*/ 6284 w 22680"/>
              <a:gd name="connsiteY0" fmla="*/ 0 h 15910"/>
              <a:gd name="connsiteX1" fmla="*/ 22680 w 22680"/>
              <a:gd name="connsiteY1" fmla="*/ 5206 h 15910"/>
              <a:gd name="connsiteX2" fmla="*/ 19179 w 22680"/>
              <a:gd name="connsiteY2" fmla="*/ 13749 h 15910"/>
              <a:gd name="connsiteX3" fmla="*/ 0 w 22680"/>
              <a:gd name="connsiteY3" fmla="*/ 14998 h 15910"/>
              <a:gd name="connsiteX4" fmla="*/ 6284 w 22680"/>
              <a:gd name="connsiteY4" fmla="*/ 0 h 15910"/>
              <a:gd name="connsiteX0" fmla="*/ 6284 w 22680"/>
              <a:gd name="connsiteY0" fmla="*/ 0 h 15201"/>
              <a:gd name="connsiteX1" fmla="*/ 22680 w 22680"/>
              <a:gd name="connsiteY1" fmla="*/ 5206 h 15201"/>
              <a:gd name="connsiteX2" fmla="*/ 19179 w 22680"/>
              <a:gd name="connsiteY2" fmla="*/ 13749 h 15201"/>
              <a:gd name="connsiteX3" fmla="*/ 0 w 22680"/>
              <a:gd name="connsiteY3" fmla="*/ 14998 h 15201"/>
              <a:gd name="connsiteX4" fmla="*/ 6284 w 22680"/>
              <a:gd name="connsiteY4" fmla="*/ 0 h 15201"/>
              <a:gd name="connsiteX0" fmla="*/ 6284 w 22680"/>
              <a:gd name="connsiteY0" fmla="*/ 0 h 15216"/>
              <a:gd name="connsiteX1" fmla="*/ 22680 w 22680"/>
              <a:gd name="connsiteY1" fmla="*/ 5206 h 15216"/>
              <a:gd name="connsiteX2" fmla="*/ 18895 w 22680"/>
              <a:gd name="connsiteY2" fmla="*/ 14342 h 15216"/>
              <a:gd name="connsiteX3" fmla="*/ 0 w 22680"/>
              <a:gd name="connsiteY3" fmla="*/ 14998 h 15216"/>
              <a:gd name="connsiteX4" fmla="*/ 6284 w 22680"/>
              <a:gd name="connsiteY4" fmla="*/ 0 h 15216"/>
              <a:gd name="connsiteX0" fmla="*/ 6284 w 22680"/>
              <a:gd name="connsiteY0" fmla="*/ 0 h 15216"/>
              <a:gd name="connsiteX1" fmla="*/ 22680 w 22680"/>
              <a:gd name="connsiteY1" fmla="*/ 5206 h 15216"/>
              <a:gd name="connsiteX2" fmla="*/ 18828 w 22680"/>
              <a:gd name="connsiteY2" fmla="*/ 14321 h 15216"/>
              <a:gd name="connsiteX3" fmla="*/ 0 w 22680"/>
              <a:gd name="connsiteY3" fmla="*/ 14998 h 15216"/>
              <a:gd name="connsiteX4" fmla="*/ 6284 w 22680"/>
              <a:gd name="connsiteY4" fmla="*/ 0 h 15216"/>
              <a:gd name="connsiteX0" fmla="*/ 5998 w 22680"/>
              <a:gd name="connsiteY0" fmla="*/ 0 h 15223"/>
              <a:gd name="connsiteX1" fmla="*/ 22680 w 22680"/>
              <a:gd name="connsiteY1" fmla="*/ 5213 h 15223"/>
              <a:gd name="connsiteX2" fmla="*/ 18828 w 22680"/>
              <a:gd name="connsiteY2" fmla="*/ 14328 h 15223"/>
              <a:gd name="connsiteX3" fmla="*/ 0 w 22680"/>
              <a:gd name="connsiteY3" fmla="*/ 15005 h 15223"/>
              <a:gd name="connsiteX4" fmla="*/ 5998 w 22680"/>
              <a:gd name="connsiteY4" fmla="*/ 0 h 15223"/>
              <a:gd name="connsiteX0" fmla="*/ 5998 w 22165"/>
              <a:gd name="connsiteY0" fmla="*/ 0 h 15223"/>
              <a:gd name="connsiteX1" fmla="*/ 22165 w 22165"/>
              <a:gd name="connsiteY1" fmla="*/ 5218 h 15223"/>
              <a:gd name="connsiteX2" fmla="*/ 18828 w 22165"/>
              <a:gd name="connsiteY2" fmla="*/ 14328 h 15223"/>
              <a:gd name="connsiteX3" fmla="*/ 0 w 22165"/>
              <a:gd name="connsiteY3" fmla="*/ 15005 h 15223"/>
              <a:gd name="connsiteX4" fmla="*/ 5998 w 22165"/>
              <a:gd name="connsiteY4" fmla="*/ 0 h 15223"/>
              <a:gd name="connsiteX0" fmla="*/ 5998 w 22389"/>
              <a:gd name="connsiteY0" fmla="*/ 0 h 15223"/>
              <a:gd name="connsiteX1" fmla="*/ 22389 w 22389"/>
              <a:gd name="connsiteY1" fmla="*/ 5380 h 15223"/>
              <a:gd name="connsiteX2" fmla="*/ 18828 w 22389"/>
              <a:gd name="connsiteY2" fmla="*/ 14328 h 15223"/>
              <a:gd name="connsiteX3" fmla="*/ 0 w 22389"/>
              <a:gd name="connsiteY3" fmla="*/ 15005 h 15223"/>
              <a:gd name="connsiteX4" fmla="*/ 5998 w 22389"/>
              <a:gd name="connsiteY4" fmla="*/ 0 h 15223"/>
              <a:gd name="connsiteX0" fmla="*/ 6044 w 22435"/>
              <a:gd name="connsiteY0" fmla="*/ 0 h 15179"/>
              <a:gd name="connsiteX1" fmla="*/ 22435 w 22435"/>
              <a:gd name="connsiteY1" fmla="*/ 5380 h 15179"/>
              <a:gd name="connsiteX2" fmla="*/ 18874 w 22435"/>
              <a:gd name="connsiteY2" fmla="*/ 14328 h 15179"/>
              <a:gd name="connsiteX3" fmla="*/ 0 w 22435"/>
              <a:gd name="connsiteY3" fmla="*/ 14960 h 15179"/>
              <a:gd name="connsiteX4" fmla="*/ 6044 w 22435"/>
              <a:gd name="connsiteY4" fmla="*/ 0 h 15179"/>
              <a:gd name="connsiteX0" fmla="*/ 6044 w 22435"/>
              <a:gd name="connsiteY0" fmla="*/ 0 h 15179"/>
              <a:gd name="connsiteX1" fmla="*/ 22435 w 22435"/>
              <a:gd name="connsiteY1" fmla="*/ 5380 h 15179"/>
              <a:gd name="connsiteX2" fmla="*/ 18874 w 22435"/>
              <a:gd name="connsiteY2" fmla="*/ 14328 h 15179"/>
              <a:gd name="connsiteX3" fmla="*/ 0 w 22435"/>
              <a:gd name="connsiteY3" fmla="*/ 14960 h 15179"/>
              <a:gd name="connsiteX4" fmla="*/ 6044 w 22435"/>
              <a:gd name="connsiteY4" fmla="*/ 0 h 15179"/>
              <a:gd name="connsiteX0" fmla="*/ 6044 w 22435"/>
              <a:gd name="connsiteY0" fmla="*/ 0 h 15179"/>
              <a:gd name="connsiteX1" fmla="*/ 22435 w 22435"/>
              <a:gd name="connsiteY1" fmla="*/ 5380 h 15179"/>
              <a:gd name="connsiteX2" fmla="*/ 18874 w 22435"/>
              <a:gd name="connsiteY2" fmla="*/ 14328 h 15179"/>
              <a:gd name="connsiteX3" fmla="*/ 0 w 22435"/>
              <a:gd name="connsiteY3" fmla="*/ 14960 h 15179"/>
              <a:gd name="connsiteX4" fmla="*/ 6044 w 22435"/>
              <a:gd name="connsiteY4" fmla="*/ 0 h 15179"/>
              <a:gd name="connsiteX0" fmla="*/ 5993 w 22384"/>
              <a:gd name="connsiteY0" fmla="*/ 0 h 15184"/>
              <a:gd name="connsiteX1" fmla="*/ 22384 w 22384"/>
              <a:gd name="connsiteY1" fmla="*/ 5380 h 15184"/>
              <a:gd name="connsiteX2" fmla="*/ 18823 w 22384"/>
              <a:gd name="connsiteY2" fmla="*/ 14328 h 15184"/>
              <a:gd name="connsiteX3" fmla="*/ 0 w 22384"/>
              <a:gd name="connsiteY3" fmla="*/ 14965 h 15184"/>
              <a:gd name="connsiteX4" fmla="*/ 5993 w 22384"/>
              <a:gd name="connsiteY4" fmla="*/ 0 h 15184"/>
              <a:gd name="connsiteX0" fmla="*/ 5993 w 22384"/>
              <a:gd name="connsiteY0" fmla="*/ 0 h 15184"/>
              <a:gd name="connsiteX1" fmla="*/ 22384 w 22384"/>
              <a:gd name="connsiteY1" fmla="*/ 5380 h 15184"/>
              <a:gd name="connsiteX2" fmla="*/ 18823 w 22384"/>
              <a:gd name="connsiteY2" fmla="*/ 14328 h 15184"/>
              <a:gd name="connsiteX3" fmla="*/ 0 w 22384"/>
              <a:gd name="connsiteY3" fmla="*/ 14965 h 15184"/>
              <a:gd name="connsiteX4" fmla="*/ 5993 w 22384"/>
              <a:gd name="connsiteY4" fmla="*/ 0 h 15184"/>
              <a:gd name="connsiteX0" fmla="*/ 4842 w 22384"/>
              <a:gd name="connsiteY0" fmla="*/ 0 h 12052"/>
              <a:gd name="connsiteX1" fmla="*/ 22384 w 22384"/>
              <a:gd name="connsiteY1" fmla="*/ 2248 h 12052"/>
              <a:gd name="connsiteX2" fmla="*/ 18823 w 22384"/>
              <a:gd name="connsiteY2" fmla="*/ 11196 h 12052"/>
              <a:gd name="connsiteX3" fmla="*/ 0 w 22384"/>
              <a:gd name="connsiteY3" fmla="*/ 11833 h 12052"/>
              <a:gd name="connsiteX4" fmla="*/ 4842 w 22384"/>
              <a:gd name="connsiteY4" fmla="*/ 0 h 12052"/>
              <a:gd name="connsiteX0" fmla="*/ 4776 w 22384"/>
              <a:gd name="connsiteY0" fmla="*/ 0 h 12058"/>
              <a:gd name="connsiteX1" fmla="*/ 22384 w 22384"/>
              <a:gd name="connsiteY1" fmla="*/ 2254 h 12058"/>
              <a:gd name="connsiteX2" fmla="*/ 18823 w 22384"/>
              <a:gd name="connsiteY2" fmla="*/ 11202 h 12058"/>
              <a:gd name="connsiteX3" fmla="*/ 0 w 22384"/>
              <a:gd name="connsiteY3" fmla="*/ 11839 h 12058"/>
              <a:gd name="connsiteX4" fmla="*/ 4776 w 22384"/>
              <a:gd name="connsiteY4" fmla="*/ 0 h 12058"/>
              <a:gd name="connsiteX0" fmla="*/ 4852 w 22384"/>
              <a:gd name="connsiteY0" fmla="*/ 0 h 12033"/>
              <a:gd name="connsiteX1" fmla="*/ 22384 w 22384"/>
              <a:gd name="connsiteY1" fmla="*/ 2229 h 12033"/>
              <a:gd name="connsiteX2" fmla="*/ 18823 w 22384"/>
              <a:gd name="connsiteY2" fmla="*/ 11177 h 12033"/>
              <a:gd name="connsiteX3" fmla="*/ 0 w 22384"/>
              <a:gd name="connsiteY3" fmla="*/ 11814 h 12033"/>
              <a:gd name="connsiteX4" fmla="*/ 4852 w 22384"/>
              <a:gd name="connsiteY4" fmla="*/ 0 h 12033"/>
              <a:gd name="connsiteX0" fmla="*/ 4758 w 22384"/>
              <a:gd name="connsiteY0" fmla="*/ 0 h 12056"/>
              <a:gd name="connsiteX1" fmla="*/ 22384 w 22384"/>
              <a:gd name="connsiteY1" fmla="*/ 2252 h 12056"/>
              <a:gd name="connsiteX2" fmla="*/ 18823 w 22384"/>
              <a:gd name="connsiteY2" fmla="*/ 11200 h 12056"/>
              <a:gd name="connsiteX3" fmla="*/ 0 w 22384"/>
              <a:gd name="connsiteY3" fmla="*/ 11837 h 12056"/>
              <a:gd name="connsiteX4" fmla="*/ 4758 w 22384"/>
              <a:gd name="connsiteY4" fmla="*/ 0 h 12056"/>
              <a:gd name="connsiteX0" fmla="*/ 4758 w 21708"/>
              <a:gd name="connsiteY0" fmla="*/ 0 h 12056"/>
              <a:gd name="connsiteX1" fmla="*/ 21708 w 21708"/>
              <a:gd name="connsiteY1" fmla="*/ 3812 h 12056"/>
              <a:gd name="connsiteX2" fmla="*/ 18823 w 21708"/>
              <a:gd name="connsiteY2" fmla="*/ 11200 h 12056"/>
              <a:gd name="connsiteX3" fmla="*/ 0 w 21708"/>
              <a:gd name="connsiteY3" fmla="*/ 11837 h 12056"/>
              <a:gd name="connsiteX4" fmla="*/ 4758 w 21708"/>
              <a:gd name="connsiteY4" fmla="*/ 0 h 12056"/>
              <a:gd name="connsiteX0" fmla="*/ 4758 w 21491"/>
              <a:gd name="connsiteY0" fmla="*/ 0 h 12056"/>
              <a:gd name="connsiteX1" fmla="*/ 21491 w 21491"/>
              <a:gd name="connsiteY1" fmla="*/ 4332 h 12056"/>
              <a:gd name="connsiteX2" fmla="*/ 18823 w 21491"/>
              <a:gd name="connsiteY2" fmla="*/ 11200 h 12056"/>
              <a:gd name="connsiteX3" fmla="*/ 0 w 21491"/>
              <a:gd name="connsiteY3" fmla="*/ 11837 h 12056"/>
              <a:gd name="connsiteX4" fmla="*/ 4758 w 21491"/>
              <a:gd name="connsiteY4" fmla="*/ 0 h 12056"/>
              <a:gd name="connsiteX0" fmla="*/ 4758 w 21297"/>
              <a:gd name="connsiteY0" fmla="*/ 0 h 12056"/>
              <a:gd name="connsiteX1" fmla="*/ 21297 w 21297"/>
              <a:gd name="connsiteY1" fmla="*/ 4774 h 12056"/>
              <a:gd name="connsiteX2" fmla="*/ 18823 w 21297"/>
              <a:gd name="connsiteY2" fmla="*/ 11200 h 12056"/>
              <a:gd name="connsiteX3" fmla="*/ 0 w 21297"/>
              <a:gd name="connsiteY3" fmla="*/ 11837 h 12056"/>
              <a:gd name="connsiteX4" fmla="*/ 4758 w 21297"/>
              <a:gd name="connsiteY4" fmla="*/ 0 h 12056"/>
              <a:gd name="connsiteX0" fmla="*/ 4758 w 21075"/>
              <a:gd name="connsiteY0" fmla="*/ 0 h 12056"/>
              <a:gd name="connsiteX1" fmla="*/ 21075 w 21075"/>
              <a:gd name="connsiteY1" fmla="*/ 5285 h 12056"/>
              <a:gd name="connsiteX2" fmla="*/ 18823 w 21075"/>
              <a:gd name="connsiteY2" fmla="*/ 11200 h 12056"/>
              <a:gd name="connsiteX3" fmla="*/ 0 w 21075"/>
              <a:gd name="connsiteY3" fmla="*/ 11837 h 12056"/>
              <a:gd name="connsiteX4" fmla="*/ 4758 w 21075"/>
              <a:gd name="connsiteY4" fmla="*/ 0 h 12056"/>
              <a:gd name="connsiteX0" fmla="*/ 4758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58 w 21148"/>
              <a:gd name="connsiteY4" fmla="*/ 0 h 12056"/>
              <a:gd name="connsiteX0" fmla="*/ 4406 w 21148"/>
              <a:gd name="connsiteY0" fmla="*/ 0 h 11113"/>
              <a:gd name="connsiteX1" fmla="*/ 21148 w 21148"/>
              <a:gd name="connsiteY1" fmla="*/ 4460 h 11113"/>
              <a:gd name="connsiteX2" fmla="*/ 18823 w 21148"/>
              <a:gd name="connsiteY2" fmla="*/ 10257 h 11113"/>
              <a:gd name="connsiteX3" fmla="*/ 0 w 21148"/>
              <a:gd name="connsiteY3" fmla="*/ 10894 h 11113"/>
              <a:gd name="connsiteX4" fmla="*/ 4406 w 21148"/>
              <a:gd name="connsiteY4" fmla="*/ 0 h 11113"/>
              <a:gd name="connsiteX0" fmla="*/ 4756 w 21148"/>
              <a:gd name="connsiteY0" fmla="*/ 0 h 12072"/>
              <a:gd name="connsiteX1" fmla="*/ 21148 w 21148"/>
              <a:gd name="connsiteY1" fmla="*/ 5419 h 12072"/>
              <a:gd name="connsiteX2" fmla="*/ 18823 w 21148"/>
              <a:gd name="connsiteY2" fmla="*/ 11216 h 12072"/>
              <a:gd name="connsiteX3" fmla="*/ 0 w 21148"/>
              <a:gd name="connsiteY3" fmla="*/ 11853 h 12072"/>
              <a:gd name="connsiteX4" fmla="*/ 4756 w 21148"/>
              <a:gd name="connsiteY4" fmla="*/ 0 h 12072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48" h="12056">
                <a:moveTo>
                  <a:pt x="4733" y="0"/>
                </a:moveTo>
                <a:lnTo>
                  <a:pt x="21148" y="5403"/>
                </a:lnTo>
                <a:lnTo>
                  <a:pt x="18823" y="11200"/>
                </a:lnTo>
                <a:cubicBezTo>
                  <a:pt x="8378" y="6317"/>
                  <a:pt x="8524" y="13356"/>
                  <a:pt x="0" y="11837"/>
                </a:cubicBezTo>
                <a:cubicBezTo>
                  <a:pt x="3240" y="3779"/>
                  <a:pt x="2554" y="5461"/>
                  <a:pt x="473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891022"/>
              </a:solidFill>
            </a:endParaRPr>
          </a:p>
        </p:txBody>
      </p:sp>
      <p:sp>
        <p:nvSpPr>
          <p:cNvPr id="35" name="Picture Placeholder 27"/>
          <p:cNvSpPr>
            <a:spLocks noGrp="1"/>
          </p:cNvSpPr>
          <p:nvPr>
            <p:ph type="pic" sz="quarter" idx="14" hasCustomPrompt="1"/>
          </p:nvPr>
        </p:nvSpPr>
        <p:spPr>
          <a:xfrm>
            <a:off x="5559431" y="-9523"/>
            <a:ext cx="6637852" cy="6876223"/>
          </a:xfrm>
          <a:custGeom>
            <a:avLst/>
            <a:gdLst>
              <a:gd name="connsiteX0" fmla="*/ 8585 w 4524269"/>
              <a:gd name="connsiteY0" fmla="*/ 0 h 5614935"/>
              <a:gd name="connsiteX1" fmla="*/ 4524269 w 4524269"/>
              <a:gd name="connsiteY1" fmla="*/ 0 h 5614935"/>
              <a:gd name="connsiteX2" fmla="*/ 4524269 w 4524269"/>
              <a:gd name="connsiteY2" fmla="*/ 5614935 h 5614935"/>
              <a:gd name="connsiteX3" fmla="*/ 2796467 w 4524269"/>
              <a:gd name="connsiteY3" fmla="*/ 5614935 h 5614935"/>
              <a:gd name="connsiteX4" fmla="*/ 2739429 w 4524269"/>
              <a:gd name="connsiteY4" fmla="*/ 5379961 h 5614935"/>
              <a:gd name="connsiteX5" fmla="*/ 4118 w 4524269"/>
              <a:gd name="connsiteY5" fmla="*/ 107123 h 5614935"/>
              <a:gd name="connsiteX0" fmla="*/ 4118 w 4524269"/>
              <a:gd name="connsiteY0" fmla="*/ 107123 h 5614935"/>
              <a:gd name="connsiteX1" fmla="*/ 4524269 w 4524269"/>
              <a:gd name="connsiteY1" fmla="*/ 0 h 5614935"/>
              <a:gd name="connsiteX2" fmla="*/ 4524269 w 4524269"/>
              <a:gd name="connsiteY2" fmla="*/ 5614935 h 5614935"/>
              <a:gd name="connsiteX3" fmla="*/ 2796467 w 4524269"/>
              <a:gd name="connsiteY3" fmla="*/ 5614935 h 5614935"/>
              <a:gd name="connsiteX4" fmla="*/ 2739429 w 4524269"/>
              <a:gd name="connsiteY4" fmla="*/ 5379961 h 5614935"/>
              <a:gd name="connsiteX5" fmla="*/ 4118 w 4524269"/>
              <a:gd name="connsiteY5" fmla="*/ 107123 h 5614935"/>
              <a:gd name="connsiteX0" fmla="*/ 2924 w 5437475"/>
              <a:gd name="connsiteY0" fmla="*/ 0 h 5638441"/>
              <a:gd name="connsiteX1" fmla="*/ 5437475 w 5437475"/>
              <a:gd name="connsiteY1" fmla="*/ 23506 h 5638441"/>
              <a:gd name="connsiteX2" fmla="*/ 5437475 w 5437475"/>
              <a:gd name="connsiteY2" fmla="*/ 5638441 h 5638441"/>
              <a:gd name="connsiteX3" fmla="*/ 3709673 w 5437475"/>
              <a:gd name="connsiteY3" fmla="*/ 5638441 h 5638441"/>
              <a:gd name="connsiteX4" fmla="*/ 3652635 w 5437475"/>
              <a:gd name="connsiteY4" fmla="*/ 5403467 h 5638441"/>
              <a:gd name="connsiteX5" fmla="*/ 2924 w 5437475"/>
              <a:gd name="connsiteY5" fmla="*/ 0 h 5638441"/>
              <a:gd name="connsiteX0" fmla="*/ 1373 w 5435924"/>
              <a:gd name="connsiteY0" fmla="*/ 0 h 5638441"/>
              <a:gd name="connsiteX1" fmla="*/ 5435924 w 5435924"/>
              <a:gd name="connsiteY1" fmla="*/ 23506 h 5638441"/>
              <a:gd name="connsiteX2" fmla="*/ 5435924 w 5435924"/>
              <a:gd name="connsiteY2" fmla="*/ 5638441 h 5638441"/>
              <a:gd name="connsiteX3" fmla="*/ 3708122 w 5435924"/>
              <a:gd name="connsiteY3" fmla="*/ 5638441 h 5638441"/>
              <a:gd name="connsiteX4" fmla="*/ 3651084 w 5435924"/>
              <a:gd name="connsiteY4" fmla="*/ 5403467 h 5638441"/>
              <a:gd name="connsiteX5" fmla="*/ 1373 w 5435924"/>
              <a:gd name="connsiteY5" fmla="*/ 0 h 5638441"/>
              <a:gd name="connsiteX0" fmla="*/ 1388 w 5435939"/>
              <a:gd name="connsiteY0" fmla="*/ 0 h 5638441"/>
              <a:gd name="connsiteX1" fmla="*/ 5435939 w 5435939"/>
              <a:gd name="connsiteY1" fmla="*/ 23506 h 5638441"/>
              <a:gd name="connsiteX2" fmla="*/ 5435939 w 5435939"/>
              <a:gd name="connsiteY2" fmla="*/ 5638441 h 5638441"/>
              <a:gd name="connsiteX3" fmla="*/ 3708137 w 5435939"/>
              <a:gd name="connsiteY3" fmla="*/ 5638441 h 5638441"/>
              <a:gd name="connsiteX4" fmla="*/ 3615473 w 5435939"/>
              <a:gd name="connsiteY4" fmla="*/ 5415342 h 5638441"/>
              <a:gd name="connsiteX5" fmla="*/ 1388 w 5435939"/>
              <a:gd name="connsiteY5" fmla="*/ 0 h 5638441"/>
              <a:gd name="connsiteX0" fmla="*/ 1388 w 5435939"/>
              <a:gd name="connsiteY0" fmla="*/ 0 h 5638441"/>
              <a:gd name="connsiteX1" fmla="*/ 5435939 w 5435939"/>
              <a:gd name="connsiteY1" fmla="*/ 23506 h 5638441"/>
              <a:gd name="connsiteX2" fmla="*/ 5435939 w 5435939"/>
              <a:gd name="connsiteY2" fmla="*/ 5638441 h 5638441"/>
              <a:gd name="connsiteX3" fmla="*/ 2793737 w 5435939"/>
              <a:gd name="connsiteY3" fmla="*/ 5638441 h 5638441"/>
              <a:gd name="connsiteX4" fmla="*/ 3615473 w 5435939"/>
              <a:gd name="connsiteY4" fmla="*/ 5415342 h 5638441"/>
              <a:gd name="connsiteX5" fmla="*/ 1388 w 5435939"/>
              <a:gd name="connsiteY5" fmla="*/ 0 h 5638441"/>
              <a:gd name="connsiteX0" fmla="*/ 1907 w 5436458"/>
              <a:gd name="connsiteY0" fmla="*/ 0 h 5638441"/>
              <a:gd name="connsiteX1" fmla="*/ 5436458 w 5436458"/>
              <a:gd name="connsiteY1" fmla="*/ 23506 h 5638441"/>
              <a:gd name="connsiteX2" fmla="*/ 5436458 w 5436458"/>
              <a:gd name="connsiteY2" fmla="*/ 5638441 h 5638441"/>
              <a:gd name="connsiteX3" fmla="*/ 2794256 w 5436458"/>
              <a:gd name="connsiteY3" fmla="*/ 5638441 h 5638441"/>
              <a:gd name="connsiteX4" fmla="*/ 2784719 w 5436458"/>
              <a:gd name="connsiteY4" fmla="*/ 5450968 h 5638441"/>
              <a:gd name="connsiteX5" fmla="*/ 1907 w 5436458"/>
              <a:gd name="connsiteY5" fmla="*/ 0 h 5638441"/>
              <a:gd name="connsiteX0" fmla="*/ 1907 w 5436458"/>
              <a:gd name="connsiteY0" fmla="*/ 0 h 5638441"/>
              <a:gd name="connsiteX1" fmla="*/ 5436458 w 5436458"/>
              <a:gd name="connsiteY1" fmla="*/ 23506 h 5638441"/>
              <a:gd name="connsiteX2" fmla="*/ 5436458 w 5436458"/>
              <a:gd name="connsiteY2" fmla="*/ 5638441 h 5638441"/>
              <a:gd name="connsiteX3" fmla="*/ 2784719 w 5436458"/>
              <a:gd name="connsiteY3" fmla="*/ 5450968 h 5638441"/>
              <a:gd name="connsiteX4" fmla="*/ 1907 w 5436458"/>
              <a:gd name="connsiteY4" fmla="*/ 0 h 5638441"/>
              <a:gd name="connsiteX0" fmla="*/ 1897 w 5436448"/>
              <a:gd name="connsiteY0" fmla="*/ 0 h 6412869"/>
              <a:gd name="connsiteX1" fmla="*/ 5436448 w 5436448"/>
              <a:gd name="connsiteY1" fmla="*/ 23506 h 6412869"/>
              <a:gd name="connsiteX2" fmla="*/ 5436448 w 5436448"/>
              <a:gd name="connsiteY2" fmla="*/ 5638441 h 6412869"/>
              <a:gd name="connsiteX3" fmla="*/ 2796584 w 5436448"/>
              <a:gd name="connsiteY3" fmla="*/ 6412869 h 6412869"/>
              <a:gd name="connsiteX4" fmla="*/ 1897 w 5436448"/>
              <a:gd name="connsiteY4" fmla="*/ 0 h 6412869"/>
              <a:gd name="connsiteX0" fmla="*/ 1897 w 5436448"/>
              <a:gd name="connsiteY0" fmla="*/ 0 h 6412869"/>
              <a:gd name="connsiteX1" fmla="*/ 5436448 w 5436448"/>
              <a:gd name="connsiteY1" fmla="*/ 23506 h 6412869"/>
              <a:gd name="connsiteX2" fmla="*/ 5424573 w 5436448"/>
              <a:gd name="connsiteY2" fmla="*/ 6386587 h 6412869"/>
              <a:gd name="connsiteX3" fmla="*/ 2796584 w 5436448"/>
              <a:gd name="connsiteY3" fmla="*/ 6412869 h 6412869"/>
              <a:gd name="connsiteX4" fmla="*/ 1897 w 5436448"/>
              <a:gd name="connsiteY4" fmla="*/ 0 h 6412869"/>
              <a:gd name="connsiteX0" fmla="*/ 1501 w 5436052"/>
              <a:gd name="connsiteY0" fmla="*/ 0 h 6412869"/>
              <a:gd name="connsiteX1" fmla="*/ 5436052 w 5436052"/>
              <a:gd name="connsiteY1" fmla="*/ 23506 h 6412869"/>
              <a:gd name="connsiteX2" fmla="*/ 5424177 w 5436052"/>
              <a:gd name="connsiteY2" fmla="*/ 6386587 h 6412869"/>
              <a:gd name="connsiteX3" fmla="*/ 2796188 w 5436052"/>
              <a:gd name="connsiteY3" fmla="*/ 6412869 h 6412869"/>
              <a:gd name="connsiteX4" fmla="*/ 1501 w 5436052"/>
              <a:gd name="connsiteY4" fmla="*/ 0 h 6412869"/>
              <a:gd name="connsiteX0" fmla="*/ 1469 w 5495397"/>
              <a:gd name="connsiteY0" fmla="*/ 0 h 6412869"/>
              <a:gd name="connsiteX1" fmla="*/ 5495397 w 5495397"/>
              <a:gd name="connsiteY1" fmla="*/ 23506 h 6412869"/>
              <a:gd name="connsiteX2" fmla="*/ 5483522 w 5495397"/>
              <a:gd name="connsiteY2" fmla="*/ 6386587 h 6412869"/>
              <a:gd name="connsiteX3" fmla="*/ 2855533 w 5495397"/>
              <a:gd name="connsiteY3" fmla="*/ 6412869 h 6412869"/>
              <a:gd name="connsiteX4" fmla="*/ 1469 w 5495397"/>
              <a:gd name="connsiteY4" fmla="*/ 0 h 6412869"/>
              <a:gd name="connsiteX0" fmla="*/ 0 w 5493928"/>
              <a:gd name="connsiteY0" fmla="*/ 0 h 6412869"/>
              <a:gd name="connsiteX1" fmla="*/ 5493928 w 5493928"/>
              <a:gd name="connsiteY1" fmla="*/ 23506 h 6412869"/>
              <a:gd name="connsiteX2" fmla="*/ 5482053 w 5493928"/>
              <a:gd name="connsiteY2" fmla="*/ 6386587 h 6412869"/>
              <a:gd name="connsiteX3" fmla="*/ 2854064 w 5493928"/>
              <a:gd name="connsiteY3" fmla="*/ 6412869 h 6412869"/>
              <a:gd name="connsiteX4" fmla="*/ 0 w 5493928"/>
              <a:gd name="connsiteY4" fmla="*/ 0 h 6412869"/>
              <a:gd name="connsiteX0" fmla="*/ 0 w 5493928"/>
              <a:gd name="connsiteY0" fmla="*/ 0 h 6412869"/>
              <a:gd name="connsiteX1" fmla="*/ 5493928 w 5493928"/>
              <a:gd name="connsiteY1" fmla="*/ 23506 h 6412869"/>
              <a:gd name="connsiteX2" fmla="*/ 5482053 w 5493928"/>
              <a:gd name="connsiteY2" fmla="*/ 6386587 h 6412869"/>
              <a:gd name="connsiteX3" fmla="*/ 2628433 w 5493928"/>
              <a:gd name="connsiteY3" fmla="*/ 6412869 h 6412869"/>
              <a:gd name="connsiteX4" fmla="*/ 0 w 5493928"/>
              <a:gd name="connsiteY4" fmla="*/ 0 h 6412869"/>
              <a:gd name="connsiteX0" fmla="*/ 0 w 5493928"/>
              <a:gd name="connsiteY0" fmla="*/ 0 h 6412869"/>
              <a:gd name="connsiteX1" fmla="*/ 5493928 w 5493928"/>
              <a:gd name="connsiteY1" fmla="*/ 23506 h 6412869"/>
              <a:gd name="connsiteX2" fmla="*/ 5482053 w 5493928"/>
              <a:gd name="connsiteY2" fmla="*/ 6386587 h 6412869"/>
              <a:gd name="connsiteX3" fmla="*/ 2628433 w 5493928"/>
              <a:gd name="connsiteY3" fmla="*/ 6412869 h 6412869"/>
              <a:gd name="connsiteX4" fmla="*/ 0 w 5493928"/>
              <a:gd name="connsiteY4" fmla="*/ 0 h 6412869"/>
              <a:gd name="connsiteX0" fmla="*/ 0 w 5493928"/>
              <a:gd name="connsiteY0" fmla="*/ 0 h 6412869"/>
              <a:gd name="connsiteX1" fmla="*/ 5493928 w 5493928"/>
              <a:gd name="connsiteY1" fmla="*/ 23506 h 6412869"/>
              <a:gd name="connsiteX2" fmla="*/ 5482053 w 5493928"/>
              <a:gd name="connsiteY2" fmla="*/ 6386587 h 6412869"/>
              <a:gd name="connsiteX3" fmla="*/ 2747186 w 5493928"/>
              <a:gd name="connsiteY3" fmla="*/ 6412869 h 6412869"/>
              <a:gd name="connsiteX4" fmla="*/ 0 w 5493928"/>
              <a:gd name="connsiteY4" fmla="*/ 0 h 6412869"/>
              <a:gd name="connsiteX0" fmla="*/ 0 w 5493928"/>
              <a:gd name="connsiteY0" fmla="*/ 0 h 6412869"/>
              <a:gd name="connsiteX1" fmla="*/ 5493928 w 5493928"/>
              <a:gd name="connsiteY1" fmla="*/ 23506 h 6412869"/>
              <a:gd name="connsiteX2" fmla="*/ 5482053 w 5493928"/>
              <a:gd name="connsiteY2" fmla="*/ 6386587 h 6412869"/>
              <a:gd name="connsiteX3" fmla="*/ 2747186 w 5493928"/>
              <a:gd name="connsiteY3" fmla="*/ 6412869 h 6412869"/>
              <a:gd name="connsiteX4" fmla="*/ 0 w 5493928"/>
              <a:gd name="connsiteY4" fmla="*/ 0 h 6412869"/>
              <a:gd name="connsiteX0" fmla="*/ 0 w 5506329"/>
              <a:gd name="connsiteY0" fmla="*/ 0 h 6412869"/>
              <a:gd name="connsiteX1" fmla="*/ 5493928 w 5506329"/>
              <a:gd name="connsiteY1" fmla="*/ 23506 h 6412869"/>
              <a:gd name="connsiteX2" fmla="*/ 5505803 w 5506329"/>
              <a:gd name="connsiteY2" fmla="*/ 6410337 h 6412869"/>
              <a:gd name="connsiteX3" fmla="*/ 2747186 w 5506329"/>
              <a:gd name="connsiteY3" fmla="*/ 6412869 h 6412869"/>
              <a:gd name="connsiteX4" fmla="*/ 0 w 5506329"/>
              <a:gd name="connsiteY4" fmla="*/ 0 h 6412869"/>
              <a:gd name="connsiteX0" fmla="*/ 0 w 5506329"/>
              <a:gd name="connsiteY0" fmla="*/ 0 h 6423973"/>
              <a:gd name="connsiteX1" fmla="*/ 5493928 w 5506329"/>
              <a:gd name="connsiteY1" fmla="*/ 23506 h 6423973"/>
              <a:gd name="connsiteX2" fmla="*/ 5505803 w 5506329"/>
              <a:gd name="connsiteY2" fmla="*/ 6410337 h 6423973"/>
              <a:gd name="connsiteX3" fmla="*/ 2595031 w 5506329"/>
              <a:gd name="connsiteY3" fmla="*/ 6423973 h 6423973"/>
              <a:gd name="connsiteX4" fmla="*/ 0 w 5506329"/>
              <a:gd name="connsiteY4" fmla="*/ 0 h 6423973"/>
              <a:gd name="connsiteX0" fmla="*/ 0 w 5506329"/>
              <a:gd name="connsiteY0" fmla="*/ 0 h 6423973"/>
              <a:gd name="connsiteX1" fmla="*/ 5493928 w 5506329"/>
              <a:gd name="connsiteY1" fmla="*/ 23506 h 6423973"/>
              <a:gd name="connsiteX2" fmla="*/ 5505803 w 5506329"/>
              <a:gd name="connsiteY2" fmla="*/ 6410337 h 6423973"/>
              <a:gd name="connsiteX3" fmla="*/ 2595031 w 5506329"/>
              <a:gd name="connsiteY3" fmla="*/ 6423973 h 6423973"/>
              <a:gd name="connsiteX4" fmla="*/ 0 w 5506329"/>
              <a:gd name="connsiteY4" fmla="*/ 0 h 6423973"/>
              <a:gd name="connsiteX0" fmla="*/ 0 w 5516473"/>
              <a:gd name="connsiteY0" fmla="*/ 0 h 6446182"/>
              <a:gd name="connsiteX1" fmla="*/ 5504072 w 5516473"/>
              <a:gd name="connsiteY1" fmla="*/ 45715 h 6446182"/>
              <a:gd name="connsiteX2" fmla="*/ 5515947 w 5516473"/>
              <a:gd name="connsiteY2" fmla="*/ 6432546 h 6446182"/>
              <a:gd name="connsiteX3" fmla="*/ 2605175 w 5516473"/>
              <a:gd name="connsiteY3" fmla="*/ 6446182 h 6446182"/>
              <a:gd name="connsiteX4" fmla="*/ 0 w 5516473"/>
              <a:gd name="connsiteY4" fmla="*/ 0 h 6446182"/>
              <a:gd name="connsiteX0" fmla="*/ 0 w 5516473"/>
              <a:gd name="connsiteY0" fmla="*/ 0 h 6446182"/>
              <a:gd name="connsiteX1" fmla="*/ 5504072 w 5516473"/>
              <a:gd name="connsiteY1" fmla="*/ 45715 h 6446182"/>
              <a:gd name="connsiteX2" fmla="*/ 5515947 w 5516473"/>
              <a:gd name="connsiteY2" fmla="*/ 6432546 h 6446182"/>
              <a:gd name="connsiteX3" fmla="*/ 2605175 w 5516473"/>
              <a:gd name="connsiteY3" fmla="*/ 6446182 h 6446182"/>
              <a:gd name="connsiteX4" fmla="*/ 0 w 5516473"/>
              <a:gd name="connsiteY4" fmla="*/ 0 h 6446182"/>
              <a:gd name="connsiteX0" fmla="*/ 0 w 5544647"/>
              <a:gd name="connsiteY0" fmla="*/ 0 h 6446182"/>
              <a:gd name="connsiteX1" fmla="*/ 5544647 w 5544647"/>
              <a:gd name="connsiteY1" fmla="*/ 12401 h 6446182"/>
              <a:gd name="connsiteX2" fmla="*/ 5515947 w 5544647"/>
              <a:gd name="connsiteY2" fmla="*/ 6432546 h 6446182"/>
              <a:gd name="connsiteX3" fmla="*/ 2605175 w 5544647"/>
              <a:gd name="connsiteY3" fmla="*/ 6446182 h 6446182"/>
              <a:gd name="connsiteX4" fmla="*/ 0 w 5544647"/>
              <a:gd name="connsiteY4" fmla="*/ 0 h 6446182"/>
              <a:gd name="connsiteX0" fmla="*/ 0 w 5557048"/>
              <a:gd name="connsiteY0" fmla="*/ 0 h 6446182"/>
              <a:gd name="connsiteX1" fmla="*/ 5544647 w 5557048"/>
              <a:gd name="connsiteY1" fmla="*/ 12401 h 6446182"/>
              <a:gd name="connsiteX2" fmla="*/ 5556522 w 5557048"/>
              <a:gd name="connsiteY2" fmla="*/ 6443651 h 6446182"/>
              <a:gd name="connsiteX3" fmla="*/ 2605175 w 5557048"/>
              <a:gd name="connsiteY3" fmla="*/ 6446182 h 6446182"/>
              <a:gd name="connsiteX4" fmla="*/ 0 w 5557048"/>
              <a:gd name="connsiteY4" fmla="*/ 0 h 6446182"/>
              <a:gd name="connsiteX0" fmla="*/ 0 w 5552826"/>
              <a:gd name="connsiteY0" fmla="*/ 6087 h 6433781"/>
              <a:gd name="connsiteX1" fmla="*/ 5540425 w 5552826"/>
              <a:gd name="connsiteY1" fmla="*/ 0 h 6433781"/>
              <a:gd name="connsiteX2" fmla="*/ 5552300 w 5552826"/>
              <a:gd name="connsiteY2" fmla="*/ 6431250 h 6433781"/>
              <a:gd name="connsiteX3" fmla="*/ 2600953 w 5552826"/>
              <a:gd name="connsiteY3" fmla="*/ 6433781 h 6433781"/>
              <a:gd name="connsiteX4" fmla="*/ 0 w 5552826"/>
              <a:gd name="connsiteY4" fmla="*/ 6087 h 6433781"/>
              <a:gd name="connsiteX0" fmla="*/ 0 w 5552826"/>
              <a:gd name="connsiteY0" fmla="*/ 6087 h 6433781"/>
              <a:gd name="connsiteX1" fmla="*/ 5540425 w 5552826"/>
              <a:gd name="connsiteY1" fmla="*/ 0 h 6433781"/>
              <a:gd name="connsiteX2" fmla="*/ 5552300 w 5552826"/>
              <a:gd name="connsiteY2" fmla="*/ 6431250 h 6433781"/>
              <a:gd name="connsiteX3" fmla="*/ 2600953 w 5552826"/>
              <a:gd name="connsiteY3" fmla="*/ 6433781 h 6433781"/>
              <a:gd name="connsiteX4" fmla="*/ 0 w 5552826"/>
              <a:gd name="connsiteY4" fmla="*/ 6087 h 6433781"/>
              <a:gd name="connsiteX0" fmla="*/ 0 w 5552826"/>
              <a:gd name="connsiteY0" fmla="*/ 6087 h 6433781"/>
              <a:gd name="connsiteX1" fmla="*/ 5540425 w 5552826"/>
              <a:gd name="connsiteY1" fmla="*/ 0 h 6433781"/>
              <a:gd name="connsiteX2" fmla="*/ 5552300 w 5552826"/>
              <a:gd name="connsiteY2" fmla="*/ 6431250 h 6433781"/>
              <a:gd name="connsiteX3" fmla="*/ 2600953 w 5552826"/>
              <a:gd name="connsiteY3" fmla="*/ 6433781 h 6433781"/>
              <a:gd name="connsiteX4" fmla="*/ 0 w 5552826"/>
              <a:gd name="connsiteY4" fmla="*/ 6087 h 6433781"/>
              <a:gd name="connsiteX0" fmla="*/ 0 w 5552826"/>
              <a:gd name="connsiteY0" fmla="*/ 6087 h 6433781"/>
              <a:gd name="connsiteX1" fmla="*/ 5540425 w 5552826"/>
              <a:gd name="connsiteY1" fmla="*/ 0 h 6433781"/>
              <a:gd name="connsiteX2" fmla="*/ 5552300 w 5552826"/>
              <a:gd name="connsiteY2" fmla="*/ 6431250 h 6433781"/>
              <a:gd name="connsiteX3" fmla="*/ 2600953 w 5552826"/>
              <a:gd name="connsiteY3" fmla="*/ 6433781 h 6433781"/>
              <a:gd name="connsiteX4" fmla="*/ 0 w 5552826"/>
              <a:gd name="connsiteY4" fmla="*/ 6087 h 6433781"/>
              <a:gd name="connsiteX0" fmla="*/ 0 w 5552826"/>
              <a:gd name="connsiteY0" fmla="*/ 6087 h 6433781"/>
              <a:gd name="connsiteX1" fmla="*/ 5540425 w 5552826"/>
              <a:gd name="connsiteY1" fmla="*/ 0 h 6433781"/>
              <a:gd name="connsiteX2" fmla="*/ 5552300 w 5552826"/>
              <a:gd name="connsiteY2" fmla="*/ 6431250 h 6433781"/>
              <a:gd name="connsiteX3" fmla="*/ 2600953 w 5552826"/>
              <a:gd name="connsiteY3" fmla="*/ 6433781 h 6433781"/>
              <a:gd name="connsiteX4" fmla="*/ 0 w 5552826"/>
              <a:gd name="connsiteY4" fmla="*/ 6087 h 6433781"/>
              <a:gd name="connsiteX0" fmla="*/ 0 w 5552826"/>
              <a:gd name="connsiteY0" fmla="*/ 0 h 6427694"/>
              <a:gd name="connsiteX1" fmla="*/ 5540425 w 5552826"/>
              <a:gd name="connsiteY1" fmla="*/ 1128 h 6427694"/>
              <a:gd name="connsiteX2" fmla="*/ 5552300 w 5552826"/>
              <a:gd name="connsiteY2" fmla="*/ 6425163 h 6427694"/>
              <a:gd name="connsiteX3" fmla="*/ 2600953 w 5552826"/>
              <a:gd name="connsiteY3" fmla="*/ 6427694 h 6427694"/>
              <a:gd name="connsiteX4" fmla="*/ 0 w 5552826"/>
              <a:gd name="connsiteY4" fmla="*/ 0 h 6427694"/>
              <a:gd name="connsiteX0" fmla="*/ 0 w 5552826"/>
              <a:gd name="connsiteY0" fmla="*/ 0 h 6427694"/>
              <a:gd name="connsiteX1" fmla="*/ 5540425 w 5552826"/>
              <a:gd name="connsiteY1" fmla="*/ 1128 h 6427694"/>
              <a:gd name="connsiteX2" fmla="*/ 5552300 w 5552826"/>
              <a:gd name="connsiteY2" fmla="*/ 6425163 h 6427694"/>
              <a:gd name="connsiteX3" fmla="*/ 2600953 w 5552826"/>
              <a:gd name="connsiteY3" fmla="*/ 6427694 h 6427694"/>
              <a:gd name="connsiteX4" fmla="*/ 0 w 5552826"/>
              <a:gd name="connsiteY4" fmla="*/ 0 h 6427694"/>
              <a:gd name="connsiteX0" fmla="*/ 0 w 5552826"/>
              <a:gd name="connsiteY0" fmla="*/ 0 h 6427694"/>
              <a:gd name="connsiteX1" fmla="*/ 3129496 w 5552826"/>
              <a:gd name="connsiteY1" fmla="*/ 112 h 6427694"/>
              <a:gd name="connsiteX2" fmla="*/ 5540425 w 5552826"/>
              <a:gd name="connsiteY2" fmla="*/ 1128 h 6427694"/>
              <a:gd name="connsiteX3" fmla="*/ 5552300 w 5552826"/>
              <a:gd name="connsiteY3" fmla="*/ 6425163 h 6427694"/>
              <a:gd name="connsiteX4" fmla="*/ 2600953 w 5552826"/>
              <a:gd name="connsiteY4" fmla="*/ 6427694 h 6427694"/>
              <a:gd name="connsiteX5" fmla="*/ 0 w 5552826"/>
              <a:gd name="connsiteY5" fmla="*/ 0 h 6427694"/>
              <a:gd name="connsiteX0" fmla="*/ 0 w 5552826"/>
              <a:gd name="connsiteY0" fmla="*/ 14319 h 6442013"/>
              <a:gd name="connsiteX1" fmla="*/ 3129496 w 5552826"/>
              <a:gd name="connsiteY1" fmla="*/ 0 h 6442013"/>
              <a:gd name="connsiteX2" fmla="*/ 5540425 w 5552826"/>
              <a:gd name="connsiteY2" fmla="*/ 15447 h 6442013"/>
              <a:gd name="connsiteX3" fmla="*/ 5552300 w 5552826"/>
              <a:gd name="connsiteY3" fmla="*/ 6439482 h 6442013"/>
              <a:gd name="connsiteX4" fmla="*/ 2600953 w 5552826"/>
              <a:gd name="connsiteY4" fmla="*/ 6442013 h 6442013"/>
              <a:gd name="connsiteX5" fmla="*/ 0 w 5552826"/>
              <a:gd name="connsiteY5" fmla="*/ 14319 h 6442013"/>
              <a:gd name="connsiteX0" fmla="*/ 0 w 5552826"/>
              <a:gd name="connsiteY0" fmla="*/ 14319 h 6439482"/>
              <a:gd name="connsiteX1" fmla="*/ 3129496 w 5552826"/>
              <a:gd name="connsiteY1" fmla="*/ 0 h 6439482"/>
              <a:gd name="connsiteX2" fmla="*/ 5540425 w 5552826"/>
              <a:gd name="connsiteY2" fmla="*/ 15447 h 6439482"/>
              <a:gd name="connsiteX3" fmla="*/ 5552300 w 5552826"/>
              <a:gd name="connsiteY3" fmla="*/ 6439482 h 6439482"/>
              <a:gd name="connsiteX4" fmla="*/ 2571120 w 5552826"/>
              <a:gd name="connsiteY4" fmla="*/ 6439046 h 6439482"/>
              <a:gd name="connsiteX5" fmla="*/ 0 w 5552826"/>
              <a:gd name="connsiteY5" fmla="*/ 14319 h 6439482"/>
              <a:gd name="connsiteX0" fmla="*/ 0 w 5552312"/>
              <a:gd name="connsiteY0" fmla="*/ 14319 h 6439482"/>
              <a:gd name="connsiteX1" fmla="*/ 3129496 w 5552312"/>
              <a:gd name="connsiteY1" fmla="*/ 0 h 6439482"/>
              <a:gd name="connsiteX2" fmla="*/ 4604770 w 5552312"/>
              <a:gd name="connsiteY2" fmla="*/ 86661 h 6439482"/>
              <a:gd name="connsiteX3" fmla="*/ 5552300 w 5552312"/>
              <a:gd name="connsiteY3" fmla="*/ 6439482 h 6439482"/>
              <a:gd name="connsiteX4" fmla="*/ 2571120 w 5552312"/>
              <a:gd name="connsiteY4" fmla="*/ 6439046 h 6439482"/>
              <a:gd name="connsiteX5" fmla="*/ 0 w 5552312"/>
              <a:gd name="connsiteY5" fmla="*/ 14319 h 6439482"/>
              <a:gd name="connsiteX0" fmla="*/ 0 w 5552312"/>
              <a:gd name="connsiteY0" fmla="*/ 14319 h 6439482"/>
              <a:gd name="connsiteX1" fmla="*/ 3129496 w 5552312"/>
              <a:gd name="connsiteY1" fmla="*/ 0 h 6439482"/>
              <a:gd name="connsiteX2" fmla="*/ 4599346 w 5552312"/>
              <a:gd name="connsiteY2" fmla="*/ 15447 h 6439482"/>
              <a:gd name="connsiteX3" fmla="*/ 5552300 w 5552312"/>
              <a:gd name="connsiteY3" fmla="*/ 6439482 h 6439482"/>
              <a:gd name="connsiteX4" fmla="*/ 2571120 w 5552312"/>
              <a:gd name="connsiteY4" fmla="*/ 6439046 h 6439482"/>
              <a:gd name="connsiteX5" fmla="*/ 0 w 5552312"/>
              <a:gd name="connsiteY5" fmla="*/ 14319 h 6439482"/>
              <a:gd name="connsiteX0" fmla="*/ 0 w 5552308"/>
              <a:gd name="connsiteY0" fmla="*/ 14319 h 6439482"/>
              <a:gd name="connsiteX1" fmla="*/ 3129496 w 5552308"/>
              <a:gd name="connsiteY1" fmla="*/ 0 h 6439482"/>
              <a:gd name="connsiteX2" fmla="*/ 4219660 w 5552308"/>
              <a:gd name="connsiteY2" fmla="*/ 9512 h 6439482"/>
              <a:gd name="connsiteX3" fmla="*/ 5552300 w 5552308"/>
              <a:gd name="connsiteY3" fmla="*/ 6439482 h 6439482"/>
              <a:gd name="connsiteX4" fmla="*/ 2571120 w 5552308"/>
              <a:gd name="connsiteY4" fmla="*/ 6439046 h 6439482"/>
              <a:gd name="connsiteX5" fmla="*/ 0 w 5552308"/>
              <a:gd name="connsiteY5" fmla="*/ 14319 h 6439482"/>
              <a:gd name="connsiteX0" fmla="*/ 0 w 5552308"/>
              <a:gd name="connsiteY0" fmla="*/ 14319 h 6439482"/>
              <a:gd name="connsiteX1" fmla="*/ 3129496 w 5552308"/>
              <a:gd name="connsiteY1" fmla="*/ 0 h 6439482"/>
              <a:gd name="connsiteX2" fmla="*/ 4222372 w 5552308"/>
              <a:gd name="connsiteY2" fmla="*/ 21381 h 6439482"/>
              <a:gd name="connsiteX3" fmla="*/ 5552300 w 5552308"/>
              <a:gd name="connsiteY3" fmla="*/ 6439482 h 6439482"/>
              <a:gd name="connsiteX4" fmla="*/ 2571120 w 5552308"/>
              <a:gd name="connsiteY4" fmla="*/ 6439046 h 6439482"/>
              <a:gd name="connsiteX5" fmla="*/ 0 w 5552308"/>
              <a:gd name="connsiteY5" fmla="*/ 14319 h 6439482"/>
              <a:gd name="connsiteX0" fmla="*/ 0 w 4955666"/>
              <a:gd name="connsiteY0" fmla="*/ 14319 h 6439046"/>
              <a:gd name="connsiteX1" fmla="*/ 3129496 w 4955666"/>
              <a:gd name="connsiteY1" fmla="*/ 0 h 6439046"/>
              <a:gd name="connsiteX2" fmla="*/ 4222372 w 4955666"/>
              <a:gd name="connsiteY2" fmla="*/ 21381 h 6439046"/>
              <a:gd name="connsiteX3" fmla="*/ 4955651 w 4955666"/>
              <a:gd name="connsiteY3" fmla="*/ 6436515 h 6439046"/>
              <a:gd name="connsiteX4" fmla="*/ 2571120 w 4955666"/>
              <a:gd name="connsiteY4" fmla="*/ 6439046 h 6439046"/>
              <a:gd name="connsiteX5" fmla="*/ 0 w 4955666"/>
              <a:gd name="connsiteY5" fmla="*/ 14319 h 6439046"/>
              <a:gd name="connsiteX0" fmla="*/ 0 w 4302179"/>
              <a:gd name="connsiteY0" fmla="*/ 14319 h 6439046"/>
              <a:gd name="connsiteX1" fmla="*/ 3129496 w 4302179"/>
              <a:gd name="connsiteY1" fmla="*/ 0 h 6439046"/>
              <a:gd name="connsiteX2" fmla="*/ 4222372 w 4302179"/>
              <a:gd name="connsiteY2" fmla="*/ 21381 h 6439046"/>
              <a:gd name="connsiteX3" fmla="*/ 4302049 w 4302179"/>
              <a:gd name="connsiteY3" fmla="*/ 6430581 h 6439046"/>
              <a:gd name="connsiteX4" fmla="*/ 2571120 w 4302179"/>
              <a:gd name="connsiteY4" fmla="*/ 6439046 h 6439046"/>
              <a:gd name="connsiteX5" fmla="*/ 0 w 4302179"/>
              <a:gd name="connsiteY5" fmla="*/ 14319 h 6439046"/>
              <a:gd name="connsiteX0" fmla="*/ 0 w 4302179"/>
              <a:gd name="connsiteY0" fmla="*/ 2450 h 6427177"/>
              <a:gd name="connsiteX1" fmla="*/ 3126784 w 4302179"/>
              <a:gd name="connsiteY1" fmla="*/ 0 h 6427177"/>
              <a:gd name="connsiteX2" fmla="*/ 4222372 w 4302179"/>
              <a:gd name="connsiteY2" fmla="*/ 9512 h 6427177"/>
              <a:gd name="connsiteX3" fmla="*/ 4302049 w 4302179"/>
              <a:gd name="connsiteY3" fmla="*/ 6418712 h 6427177"/>
              <a:gd name="connsiteX4" fmla="*/ 2571120 w 4302179"/>
              <a:gd name="connsiteY4" fmla="*/ 6427177 h 6427177"/>
              <a:gd name="connsiteX5" fmla="*/ 0 w 4302179"/>
              <a:gd name="connsiteY5" fmla="*/ 2450 h 6427177"/>
              <a:gd name="connsiteX0" fmla="*/ 0 w 4302179"/>
              <a:gd name="connsiteY0" fmla="*/ 0 h 6427696"/>
              <a:gd name="connsiteX1" fmla="*/ 3126784 w 4302179"/>
              <a:gd name="connsiteY1" fmla="*/ 519 h 6427696"/>
              <a:gd name="connsiteX2" fmla="*/ 4222372 w 4302179"/>
              <a:gd name="connsiteY2" fmla="*/ 10031 h 6427696"/>
              <a:gd name="connsiteX3" fmla="*/ 4302049 w 4302179"/>
              <a:gd name="connsiteY3" fmla="*/ 6419231 h 6427696"/>
              <a:gd name="connsiteX4" fmla="*/ 2571120 w 4302179"/>
              <a:gd name="connsiteY4" fmla="*/ 6427696 h 6427696"/>
              <a:gd name="connsiteX5" fmla="*/ 0 w 4302179"/>
              <a:gd name="connsiteY5" fmla="*/ 0 h 6427696"/>
              <a:gd name="connsiteX0" fmla="*/ 0 w 4302179"/>
              <a:gd name="connsiteY0" fmla="*/ 1847 h 6429543"/>
              <a:gd name="connsiteX1" fmla="*/ 3126784 w 4302179"/>
              <a:gd name="connsiteY1" fmla="*/ 2366 h 6429543"/>
              <a:gd name="connsiteX2" fmla="*/ 4222372 w 4302179"/>
              <a:gd name="connsiteY2" fmla="*/ 0 h 6429543"/>
              <a:gd name="connsiteX3" fmla="*/ 4302049 w 4302179"/>
              <a:gd name="connsiteY3" fmla="*/ 6421078 h 6429543"/>
              <a:gd name="connsiteX4" fmla="*/ 2571120 w 4302179"/>
              <a:gd name="connsiteY4" fmla="*/ 6429543 h 6429543"/>
              <a:gd name="connsiteX5" fmla="*/ 0 w 4302179"/>
              <a:gd name="connsiteY5" fmla="*/ 1847 h 6429543"/>
              <a:gd name="connsiteX0" fmla="*/ 0 w 4228276"/>
              <a:gd name="connsiteY0" fmla="*/ 1847 h 6429543"/>
              <a:gd name="connsiteX1" fmla="*/ 3126784 w 4228276"/>
              <a:gd name="connsiteY1" fmla="*/ 2366 h 6429543"/>
              <a:gd name="connsiteX2" fmla="*/ 4222372 w 4228276"/>
              <a:gd name="connsiteY2" fmla="*/ 0 h 6429543"/>
              <a:gd name="connsiteX3" fmla="*/ 4227520 w 4228276"/>
              <a:gd name="connsiteY3" fmla="*/ 6424048 h 6429543"/>
              <a:gd name="connsiteX4" fmla="*/ 2571120 w 4228276"/>
              <a:gd name="connsiteY4" fmla="*/ 6429543 h 6429543"/>
              <a:gd name="connsiteX5" fmla="*/ 0 w 4228276"/>
              <a:gd name="connsiteY5" fmla="*/ 1847 h 6429543"/>
              <a:gd name="connsiteX0" fmla="*/ 0 w 4228276"/>
              <a:gd name="connsiteY0" fmla="*/ 1847 h 6429543"/>
              <a:gd name="connsiteX1" fmla="*/ 3126784 w 4228276"/>
              <a:gd name="connsiteY1" fmla="*/ 2366 h 6429543"/>
              <a:gd name="connsiteX2" fmla="*/ 4222372 w 4228276"/>
              <a:gd name="connsiteY2" fmla="*/ 0 h 6429543"/>
              <a:gd name="connsiteX3" fmla="*/ 4227520 w 4228276"/>
              <a:gd name="connsiteY3" fmla="*/ 6424048 h 6429543"/>
              <a:gd name="connsiteX4" fmla="*/ 2442621 w 4228276"/>
              <a:gd name="connsiteY4" fmla="*/ 6429543 h 6429543"/>
              <a:gd name="connsiteX5" fmla="*/ 0 w 4228276"/>
              <a:gd name="connsiteY5" fmla="*/ 1847 h 6429543"/>
              <a:gd name="connsiteX0" fmla="*/ 0 w 4089873"/>
              <a:gd name="connsiteY0" fmla="*/ 0 h 6434649"/>
              <a:gd name="connsiteX1" fmla="*/ 2988381 w 4089873"/>
              <a:gd name="connsiteY1" fmla="*/ 7472 h 6434649"/>
              <a:gd name="connsiteX2" fmla="*/ 4083969 w 4089873"/>
              <a:gd name="connsiteY2" fmla="*/ 5106 h 6434649"/>
              <a:gd name="connsiteX3" fmla="*/ 4089117 w 4089873"/>
              <a:gd name="connsiteY3" fmla="*/ 6429154 h 6434649"/>
              <a:gd name="connsiteX4" fmla="*/ 2304218 w 4089873"/>
              <a:gd name="connsiteY4" fmla="*/ 6434649 h 6434649"/>
              <a:gd name="connsiteX5" fmla="*/ 0 w 4089873"/>
              <a:gd name="connsiteY5" fmla="*/ 0 h 6434649"/>
              <a:gd name="connsiteX0" fmla="*/ 0 w 4029699"/>
              <a:gd name="connsiteY0" fmla="*/ 0 h 6441602"/>
              <a:gd name="connsiteX1" fmla="*/ 2928207 w 4029699"/>
              <a:gd name="connsiteY1" fmla="*/ 14425 h 6441602"/>
              <a:gd name="connsiteX2" fmla="*/ 4023795 w 4029699"/>
              <a:gd name="connsiteY2" fmla="*/ 12059 h 6441602"/>
              <a:gd name="connsiteX3" fmla="*/ 4028943 w 4029699"/>
              <a:gd name="connsiteY3" fmla="*/ 6436107 h 6441602"/>
              <a:gd name="connsiteX4" fmla="*/ 2244044 w 4029699"/>
              <a:gd name="connsiteY4" fmla="*/ 6441602 h 6441602"/>
              <a:gd name="connsiteX5" fmla="*/ 0 w 4029699"/>
              <a:gd name="connsiteY5" fmla="*/ 0 h 6441602"/>
              <a:gd name="connsiteX0" fmla="*/ 0 w 4029699"/>
              <a:gd name="connsiteY0" fmla="*/ 2789 h 6429543"/>
              <a:gd name="connsiteX1" fmla="*/ 2928207 w 4029699"/>
              <a:gd name="connsiteY1" fmla="*/ 2366 h 6429543"/>
              <a:gd name="connsiteX2" fmla="*/ 4023795 w 4029699"/>
              <a:gd name="connsiteY2" fmla="*/ 0 h 6429543"/>
              <a:gd name="connsiteX3" fmla="*/ 4028943 w 4029699"/>
              <a:gd name="connsiteY3" fmla="*/ 6424048 h 6429543"/>
              <a:gd name="connsiteX4" fmla="*/ 2244044 w 4029699"/>
              <a:gd name="connsiteY4" fmla="*/ 6429543 h 6429543"/>
              <a:gd name="connsiteX5" fmla="*/ 0 w 4029699"/>
              <a:gd name="connsiteY5" fmla="*/ 2789 h 64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29699" h="6429543">
                <a:moveTo>
                  <a:pt x="0" y="2789"/>
                </a:moveTo>
                <a:lnTo>
                  <a:pt x="2928207" y="2366"/>
                </a:lnTo>
                <a:lnTo>
                  <a:pt x="4023795" y="0"/>
                </a:lnTo>
                <a:cubicBezTo>
                  <a:pt x="4019837" y="2121027"/>
                  <a:pt x="4032901" y="4303021"/>
                  <a:pt x="4028943" y="6424048"/>
                </a:cubicBezTo>
                <a:lnTo>
                  <a:pt x="2244044" y="6429543"/>
                </a:lnTo>
                <a:cubicBezTo>
                  <a:pt x="2763143" y="2156122"/>
                  <a:pt x="289246" y="2575416"/>
                  <a:pt x="0" y="278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770642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368">
          <p15:clr>
            <a:srgbClr val="FBAE40"/>
          </p15:clr>
        </p15:guide>
        <p15:guide id="2" pos="3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814917" y="-130183"/>
            <a:ext cx="10534651" cy="125047"/>
            <a:chOff x="814917" y="-130184"/>
            <a:chExt cx="10534650" cy="125047"/>
          </a:xfrm>
        </p:grpSpPr>
        <p:cxnSp>
          <p:nvCxnSpPr>
            <p:cNvPr id="12" name="Straight Connector 11"/>
            <p:cNvCxnSpPr/>
            <p:nvPr userDrawn="1"/>
          </p:nvCxnSpPr>
          <p:spPr>
            <a:xfrm flipV="1">
              <a:off x="814917" y="-130184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11349567" y="-130184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814917" y="6863141"/>
            <a:ext cx="10534651" cy="125047"/>
            <a:chOff x="814917" y="6863140"/>
            <a:chExt cx="10534650" cy="125047"/>
          </a:xfrm>
        </p:grpSpPr>
        <p:cxnSp>
          <p:nvCxnSpPr>
            <p:cNvPr id="17" name="Straight Connector 16"/>
            <p:cNvCxnSpPr/>
            <p:nvPr userDrawn="1"/>
          </p:nvCxnSpPr>
          <p:spPr>
            <a:xfrm flipV="1">
              <a:off x="814917" y="6863140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11349567" y="6863140"/>
              <a:ext cx="0" cy="125047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 userDrawn="1"/>
        </p:nvGrpSpPr>
        <p:grpSpPr>
          <a:xfrm>
            <a:off x="-135465" y="1052513"/>
            <a:ext cx="12462935" cy="581027"/>
            <a:chOff x="-135467" y="1052513"/>
            <a:chExt cx="12462935" cy="581026"/>
          </a:xfrm>
        </p:grpSpPr>
        <p:grpSp>
          <p:nvGrpSpPr>
            <p:cNvPr id="22" name="Group 21"/>
            <p:cNvGrpSpPr/>
            <p:nvPr userDrawn="1"/>
          </p:nvGrpSpPr>
          <p:grpSpPr>
            <a:xfrm>
              <a:off x="-135467" y="1052513"/>
              <a:ext cx="135467" cy="581026"/>
              <a:chOff x="-135467" y="1052513"/>
              <a:chExt cx="135467" cy="581026"/>
            </a:xfrm>
          </p:grpSpPr>
          <p:cxnSp>
            <p:nvCxnSpPr>
              <p:cNvPr id="28" name="Straight Connector 27"/>
              <p:cNvCxnSpPr/>
              <p:nvPr userDrawn="1"/>
            </p:nvCxnSpPr>
            <p:spPr>
              <a:xfrm>
                <a:off x="-135467" y="1052513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 userDrawn="1"/>
            </p:nvCxnSpPr>
            <p:spPr>
              <a:xfrm>
                <a:off x="-135467" y="1633539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 userDrawn="1"/>
          </p:nvGrpSpPr>
          <p:grpSpPr>
            <a:xfrm>
              <a:off x="12192001" y="1052513"/>
              <a:ext cx="135467" cy="581026"/>
              <a:chOff x="12192001" y="1052513"/>
              <a:chExt cx="135467" cy="581026"/>
            </a:xfrm>
          </p:grpSpPr>
          <p:cxnSp>
            <p:nvCxnSpPr>
              <p:cNvPr id="24" name="Straight Connector 23"/>
              <p:cNvCxnSpPr/>
              <p:nvPr userDrawn="1"/>
            </p:nvCxnSpPr>
            <p:spPr>
              <a:xfrm>
                <a:off x="12192001" y="1052513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 userDrawn="1"/>
            </p:nvCxnSpPr>
            <p:spPr>
              <a:xfrm>
                <a:off x="12192001" y="1633539"/>
                <a:ext cx="135467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" name="Group 29"/>
          <p:cNvGrpSpPr/>
          <p:nvPr userDrawn="1"/>
        </p:nvGrpSpPr>
        <p:grpSpPr>
          <a:xfrm>
            <a:off x="-135846" y="6017151"/>
            <a:ext cx="12463315" cy="242188"/>
            <a:chOff x="-135847" y="5907422"/>
            <a:chExt cx="12463315" cy="242188"/>
          </a:xfrm>
        </p:grpSpPr>
        <p:cxnSp>
          <p:nvCxnSpPr>
            <p:cNvPr id="31" name="Straight Connector 30"/>
            <p:cNvCxnSpPr/>
            <p:nvPr userDrawn="1"/>
          </p:nvCxnSpPr>
          <p:spPr>
            <a:xfrm>
              <a:off x="12192001" y="6149610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12192001" y="5907422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-135847" y="6149610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-135847" y="5907422"/>
              <a:ext cx="135467" cy="0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4825" y="3260781"/>
            <a:ext cx="5901371" cy="1704181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588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4825" y="4964967"/>
            <a:ext cx="5901371" cy="523623"/>
          </a:xfrm>
          <a:prstGeom prst="rect">
            <a:avLst/>
          </a:prstGeom>
        </p:spPr>
        <p:txBody>
          <a:bodyPr lIns="46800" rIns="46800" anchor="ctr">
            <a:noAutofit/>
          </a:bodyPr>
          <a:lstStyle>
            <a:lvl1pPr marL="0" indent="0" algn="l">
              <a:buNone/>
              <a:defRPr sz="222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17672" indent="0" algn="ctr">
              <a:buNone/>
              <a:defRPr sz="1390"/>
            </a:lvl2pPr>
            <a:lvl3pPr marL="635345" indent="0" algn="ctr">
              <a:buNone/>
              <a:defRPr sz="1252"/>
            </a:lvl3pPr>
            <a:lvl4pPr marL="953017" indent="0" algn="ctr">
              <a:buNone/>
              <a:defRPr sz="1112"/>
            </a:lvl4pPr>
            <a:lvl5pPr marL="1270689" indent="0" algn="ctr">
              <a:buNone/>
              <a:defRPr sz="1112"/>
            </a:lvl5pPr>
            <a:lvl6pPr marL="1588361" indent="0" algn="ctr">
              <a:buNone/>
              <a:defRPr sz="1112"/>
            </a:lvl6pPr>
            <a:lvl7pPr marL="1906033" indent="0" algn="ctr">
              <a:buNone/>
              <a:defRPr sz="1112"/>
            </a:lvl7pPr>
            <a:lvl8pPr marL="2223704" indent="0" algn="ctr">
              <a:buNone/>
              <a:defRPr sz="1112"/>
            </a:lvl8pPr>
            <a:lvl9pPr marL="2541376" indent="0" algn="ctr">
              <a:buNone/>
              <a:defRPr sz="1112"/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24823" y="5522918"/>
            <a:ext cx="5892904" cy="392113"/>
          </a:xfrm>
        </p:spPr>
        <p:txBody>
          <a:bodyPr lIns="46800">
            <a:normAutofit/>
          </a:bodyPr>
          <a:lstStyle>
            <a:lvl1pPr marL="0" indent="0">
              <a:buNone/>
              <a:defRPr sz="974" b="1" cap="all" spc="-21" baseline="0"/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833969" y="2918291"/>
            <a:ext cx="36449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98" y="811435"/>
            <a:ext cx="3919252" cy="1738988"/>
          </a:xfrm>
          <a:prstGeom prst="rect">
            <a:avLst/>
          </a:prstGeom>
        </p:spPr>
      </p:pic>
      <p:sp>
        <p:nvSpPr>
          <p:cNvPr id="36" name="Document 25"/>
          <p:cNvSpPr/>
          <p:nvPr userDrawn="1"/>
        </p:nvSpPr>
        <p:spPr>
          <a:xfrm rot="4201906">
            <a:off x="5794538" y="-439770"/>
            <a:ext cx="8325247" cy="6974777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1251"/>
              <a:gd name="connsiteX1" fmla="*/ 21600 w 21600"/>
              <a:gd name="connsiteY1" fmla="*/ 0 h 21251"/>
              <a:gd name="connsiteX2" fmla="*/ 21600 w 21600"/>
              <a:gd name="connsiteY2" fmla="*/ 17322 h 21251"/>
              <a:gd name="connsiteX3" fmla="*/ 0 w 21600"/>
              <a:gd name="connsiteY3" fmla="*/ 20088 h 21251"/>
              <a:gd name="connsiteX4" fmla="*/ 0 w 21600"/>
              <a:gd name="connsiteY4" fmla="*/ 0 h 21251"/>
              <a:gd name="connsiteX0" fmla="*/ 0 w 21600"/>
              <a:gd name="connsiteY0" fmla="*/ 0 h 21001"/>
              <a:gd name="connsiteX1" fmla="*/ 21600 w 21600"/>
              <a:gd name="connsiteY1" fmla="*/ 0 h 21001"/>
              <a:gd name="connsiteX2" fmla="*/ 21600 w 21600"/>
              <a:gd name="connsiteY2" fmla="*/ 17322 h 21001"/>
              <a:gd name="connsiteX3" fmla="*/ 0 w 21600"/>
              <a:gd name="connsiteY3" fmla="*/ 20088 h 21001"/>
              <a:gd name="connsiteX4" fmla="*/ 0 w 21600"/>
              <a:gd name="connsiteY4" fmla="*/ 0 h 21001"/>
              <a:gd name="connsiteX0" fmla="*/ 0 w 21600"/>
              <a:gd name="connsiteY0" fmla="*/ 0 h 20890"/>
              <a:gd name="connsiteX1" fmla="*/ 21600 w 21600"/>
              <a:gd name="connsiteY1" fmla="*/ 0 h 20890"/>
              <a:gd name="connsiteX2" fmla="*/ 21600 w 21600"/>
              <a:gd name="connsiteY2" fmla="*/ 17322 h 20890"/>
              <a:gd name="connsiteX3" fmla="*/ 0 w 21600"/>
              <a:gd name="connsiteY3" fmla="*/ 19963 h 20890"/>
              <a:gd name="connsiteX4" fmla="*/ 0 w 21600"/>
              <a:gd name="connsiteY4" fmla="*/ 0 h 20890"/>
              <a:gd name="connsiteX0" fmla="*/ 0 w 21600"/>
              <a:gd name="connsiteY0" fmla="*/ 0 h 21007"/>
              <a:gd name="connsiteX1" fmla="*/ 21600 w 21600"/>
              <a:gd name="connsiteY1" fmla="*/ 0 h 21007"/>
              <a:gd name="connsiteX2" fmla="*/ 21600 w 21600"/>
              <a:gd name="connsiteY2" fmla="*/ 17322 h 21007"/>
              <a:gd name="connsiteX3" fmla="*/ 0 w 21600"/>
              <a:gd name="connsiteY3" fmla="*/ 19963 h 21007"/>
              <a:gd name="connsiteX4" fmla="*/ 0 w 21600"/>
              <a:gd name="connsiteY4" fmla="*/ 0 h 21007"/>
              <a:gd name="connsiteX0" fmla="*/ 0 w 21600"/>
              <a:gd name="connsiteY0" fmla="*/ 0 h 21080"/>
              <a:gd name="connsiteX1" fmla="*/ 21600 w 21600"/>
              <a:gd name="connsiteY1" fmla="*/ 0 h 21080"/>
              <a:gd name="connsiteX2" fmla="*/ 21600 w 21600"/>
              <a:gd name="connsiteY2" fmla="*/ 17322 h 21080"/>
              <a:gd name="connsiteX3" fmla="*/ 0 w 21600"/>
              <a:gd name="connsiteY3" fmla="*/ 20047 h 21080"/>
              <a:gd name="connsiteX4" fmla="*/ 0 w 21600"/>
              <a:gd name="connsiteY4" fmla="*/ 0 h 21080"/>
              <a:gd name="connsiteX0" fmla="*/ 0 w 21600"/>
              <a:gd name="connsiteY0" fmla="*/ 0 h 21015"/>
              <a:gd name="connsiteX1" fmla="*/ 21600 w 21600"/>
              <a:gd name="connsiteY1" fmla="*/ 0 h 21015"/>
              <a:gd name="connsiteX2" fmla="*/ 21549 w 21600"/>
              <a:gd name="connsiteY2" fmla="*/ 16746 h 21015"/>
              <a:gd name="connsiteX3" fmla="*/ 0 w 21600"/>
              <a:gd name="connsiteY3" fmla="*/ 20047 h 21015"/>
              <a:gd name="connsiteX4" fmla="*/ 0 w 21600"/>
              <a:gd name="connsiteY4" fmla="*/ 0 h 21015"/>
              <a:gd name="connsiteX0" fmla="*/ 0 w 21600"/>
              <a:gd name="connsiteY0" fmla="*/ 0 h 21213"/>
              <a:gd name="connsiteX1" fmla="*/ 21600 w 21600"/>
              <a:gd name="connsiteY1" fmla="*/ 0 h 21213"/>
              <a:gd name="connsiteX2" fmla="*/ 21549 w 21600"/>
              <a:gd name="connsiteY2" fmla="*/ 16746 h 21213"/>
              <a:gd name="connsiteX3" fmla="*/ 51 w 21600"/>
              <a:gd name="connsiteY3" fmla="*/ 20268 h 21213"/>
              <a:gd name="connsiteX4" fmla="*/ 0 w 21600"/>
              <a:gd name="connsiteY4" fmla="*/ 0 h 21213"/>
              <a:gd name="connsiteX0" fmla="*/ 0 w 21600"/>
              <a:gd name="connsiteY0" fmla="*/ 0 h 21179"/>
              <a:gd name="connsiteX1" fmla="*/ 21600 w 21600"/>
              <a:gd name="connsiteY1" fmla="*/ 0 h 21179"/>
              <a:gd name="connsiteX2" fmla="*/ 21549 w 21600"/>
              <a:gd name="connsiteY2" fmla="*/ 16746 h 21179"/>
              <a:gd name="connsiteX3" fmla="*/ 51 w 21600"/>
              <a:gd name="connsiteY3" fmla="*/ 20268 h 21179"/>
              <a:gd name="connsiteX4" fmla="*/ 0 w 21600"/>
              <a:gd name="connsiteY4" fmla="*/ 0 h 21179"/>
              <a:gd name="connsiteX0" fmla="*/ 0 w 21600"/>
              <a:gd name="connsiteY0" fmla="*/ 0 h 21255"/>
              <a:gd name="connsiteX1" fmla="*/ 21600 w 21600"/>
              <a:gd name="connsiteY1" fmla="*/ 0 h 21255"/>
              <a:gd name="connsiteX2" fmla="*/ 21600 w 21600"/>
              <a:gd name="connsiteY2" fmla="*/ 17455 h 21255"/>
              <a:gd name="connsiteX3" fmla="*/ 51 w 21600"/>
              <a:gd name="connsiteY3" fmla="*/ 20268 h 21255"/>
              <a:gd name="connsiteX4" fmla="*/ 0 w 21600"/>
              <a:gd name="connsiteY4" fmla="*/ 0 h 21255"/>
              <a:gd name="connsiteX0" fmla="*/ 0 w 21600"/>
              <a:gd name="connsiteY0" fmla="*/ 0 h 20676"/>
              <a:gd name="connsiteX1" fmla="*/ 21600 w 21600"/>
              <a:gd name="connsiteY1" fmla="*/ 0 h 20676"/>
              <a:gd name="connsiteX2" fmla="*/ 21600 w 21600"/>
              <a:gd name="connsiteY2" fmla="*/ 17455 h 20676"/>
              <a:gd name="connsiteX3" fmla="*/ 51 w 21600"/>
              <a:gd name="connsiteY3" fmla="*/ 19604 h 20676"/>
              <a:gd name="connsiteX4" fmla="*/ 0 w 21600"/>
              <a:gd name="connsiteY4" fmla="*/ 0 h 20676"/>
              <a:gd name="connsiteX0" fmla="*/ 0 w 21600"/>
              <a:gd name="connsiteY0" fmla="*/ 0 h 20712"/>
              <a:gd name="connsiteX1" fmla="*/ 21600 w 21600"/>
              <a:gd name="connsiteY1" fmla="*/ 0 h 20712"/>
              <a:gd name="connsiteX2" fmla="*/ 21600 w 21600"/>
              <a:gd name="connsiteY2" fmla="*/ 17455 h 20712"/>
              <a:gd name="connsiteX3" fmla="*/ 51 w 21600"/>
              <a:gd name="connsiteY3" fmla="*/ 19604 h 20712"/>
              <a:gd name="connsiteX4" fmla="*/ 0 w 21600"/>
              <a:gd name="connsiteY4" fmla="*/ 0 h 20712"/>
              <a:gd name="connsiteX0" fmla="*/ 5635 w 21550"/>
              <a:gd name="connsiteY0" fmla="*/ 5415 h 20712"/>
              <a:gd name="connsiteX1" fmla="*/ 21550 w 21550"/>
              <a:gd name="connsiteY1" fmla="*/ 0 h 20712"/>
              <a:gd name="connsiteX2" fmla="*/ 21550 w 21550"/>
              <a:gd name="connsiteY2" fmla="*/ 17455 h 20712"/>
              <a:gd name="connsiteX3" fmla="*/ 1 w 21550"/>
              <a:gd name="connsiteY3" fmla="*/ 19604 h 20712"/>
              <a:gd name="connsiteX4" fmla="*/ 5635 w 21550"/>
              <a:gd name="connsiteY4" fmla="*/ 5415 h 20712"/>
              <a:gd name="connsiteX0" fmla="*/ 5635 w 21550"/>
              <a:gd name="connsiteY0" fmla="*/ 5415 h 20712"/>
              <a:gd name="connsiteX1" fmla="*/ 21550 w 21550"/>
              <a:gd name="connsiteY1" fmla="*/ 0 h 20712"/>
              <a:gd name="connsiteX2" fmla="*/ 21550 w 21550"/>
              <a:gd name="connsiteY2" fmla="*/ 17455 h 20712"/>
              <a:gd name="connsiteX3" fmla="*/ 1 w 21550"/>
              <a:gd name="connsiteY3" fmla="*/ 19604 h 20712"/>
              <a:gd name="connsiteX4" fmla="*/ 5635 w 21550"/>
              <a:gd name="connsiteY4" fmla="*/ 5415 h 20712"/>
              <a:gd name="connsiteX0" fmla="*/ 5634 w 21549"/>
              <a:gd name="connsiteY0" fmla="*/ 5415 h 20712"/>
              <a:gd name="connsiteX1" fmla="*/ 21549 w 21549"/>
              <a:gd name="connsiteY1" fmla="*/ 0 h 20712"/>
              <a:gd name="connsiteX2" fmla="*/ 21549 w 21549"/>
              <a:gd name="connsiteY2" fmla="*/ 17455 h 20712"/>
              <a:gd name="connsiteX3" fmla="*/ 0 w 21549"/>
              <a:gd name="connsiteY3" fmla="*/ 19604 h 20712"/>
              <a:gd name="connsiteX4" fmla="*/ 5634 w 21549"/>
              <a:gd name="connsiteY4" fmla="*/ 5415 h 20712"/>
              <a:gd name="connsiteX0" fmla="*/ 5634 w 21549"/>
              <a:gd name="connsiteY0" fmla="*/ 5415 h 20712"/>
              <a:gd name="connsiteX1" fmla="*/ 21549 w 21549"/>
              <a:gd name="connsiteY1" fmla="*/ 0 h 20712"/>
              <a:gd name="connsiteX2" fmla="*/ 21549 w 21549"/>
              <a:gd name="connsiteY2" fmla="*/ 17455 h 20712"/>
              <a:gd name="connsiteX3" fmla="*/ 0 w 21549"/>
              <a:gd name="connsiteY3" fmla="*/ 19604 h 20712"/>
              <a:gd name="connsiteX4" fmla="*/ 5634 w 21549"/>
              <a:gd name="connsiteY4" fmla="*/ 5415 h 20712"/>
              <a:gd name="connsiteX0" fmla="*/ 5847 w 21549"/>
              <a:gd name="connsiteY0" fmla="*/ 5482 h 20712"/>
              <a:gd name="connsiteX1" fmla="*/ 21549 w 21549"/>
              <a:gd name="connsiteY1" fmla="*/ 0 h 20712"/>
              <a:gd name="connsiteX2" fmla="*/ 21549 w 21549"/>
              <a:gd name="connsiteY2" fmla="*/ 17455 h 20712"/>
              <a:gd name="connsiteX3" fmla="*/ 0 w 21549"/>
              <a:gd name="connsiteY3" fmla="*/ 19604 h 20712"/>
              <a:gd name="connsiteX4" fmla="*/ 5847 w 21549"/>
              <a:gd name="connsiteY4" fmla="*/ 5482 h 20712"/>
              <a:gd name="connsiteX0" fmla="*/ 5847 w 23398"/>
              <a:gd name="connsiteY0" fmla="*/ 0 h 15230"/>
              <a:gd name="connsiteX1" fmla="*/ 23398 w 23398"/>
              <a:gd name="connsiteY1" fmla="*/ 5242 h 15230"/>
              <a:gd name="connsiteX2" fmla="*/ 21549 w 23398"/>
              <a:gd name="connsiteY2" fmla="*/ 11973 h 15230"/>
              <a:gd name="connsiteX3" fmla="*/ 0 w 23398"/>
              <a:gd name="connsiteY3" fmla="*/ 14122 h 15230"/>
              <a:gd name="connsiteX4" fmla="*/ 5847 w 23398"/>
              <a:gd name="connsiteY4" fmla="*/ 0 h 15230"/>
              <a:gd name="connsiteX0" fmla="*/ 6839 w 23398"/>
              <a:gd name="connsiteY0" fmla="*/ 0 h 15216"/>
              <a:gd name="connsiteX1" fmla="*/ 23398 w 23398"/>
              <a:gd name="connsiteY1" fmla="*/ 5228 h 15216"/>
              <a:gd name="connsiteX2" fmla="*/ 21549 w 23398"/>
              <a:gd name="connsiteY2" fmla="*/ 11959 h 15216"/>
              <a:gd name="connsiteX3" fmla="*/ 0 w 23398"/>
              <a:gd name="connsiteY3" fmla="*/ 14108 h 15216"/>
              <a:gd name="connsiteX4" fmla="*/ 6839 w 23398"/>
              <a:gd name="connsiteY4" fmla="*/ 0 h 15216"/>
              <a:gd name="connsiteX0" fmla="*/ 6027 w 22586"/>
              <a:gd name="connsiteY0" fmla="*/ 0 h 15386"/>
              <a:gd name="connsiteX1" fmla="*/ 22586 w 22586"/>
              <a:gd name="connsiteY1" fmla="*/ 5228 h 15386"/>
              <a:gd name="connsiteX2" fmla="*/ 20737 w 22586"/>
              <a:gd name="connsiteY2" fmla="*/ 11959 h 15386"/>
              <a:gd name="connsiteX3" fmla="*/ 0 w 22586"/>
              <a:gd name="connsiteY3" fmla="*/ 14305 h 15386"/>
              <a:gd name="connsiteX4" fmla="*/ 6027 w 22586"/>
              <a:gd name="connsiteY4" fmla="*/ 0 h 15386"/>
              <a:gd name="connsiteX0" fmla="*/ 6027 w 22586"/>
              <a:gd name="connsiteY0" fmla="*/ 0 h 15386"/>
              <a:gd name="connsiteX1" fmla="*/ 22586 w 22586"/>
              <a:gd name="connsiteY1" fmla="*/ 5228 h 15386"/>
              <a:gd name="connsiteX2" fmla="*/ 20737 w 22586"/>
              <a:gd name="connsiteY2" fmla="*/ 11959 h 15386"/>
              <a:gd name="connsiteX3" fmla="*/ 0 w 22586"/>
              <a:gd name="connsiteY3" fmla="*/ 14305 h 15386"/>
              <a:gd name="connsiteX4" fmla="*/ 6027 w 22586"/>
              <a:gd name="connsiteY4" fmla="*/ 0 h 15386"/>
              <a:gd name="connsiteX0" fmla="*/ 6027 w 22586"/>
              <a:gd name="connsiteY0" fmla="*/ 0 h 15386"/>
              <a:gd name="connsiteX1" fmla="*/ 22586 w 22586"/>
              <a:gd name="connsiteY1" fmla="*/ 5228 h 15386"/>
              <a:gd name="connsiteX2" fmla="*/ 20737 w 22586"/>
              <a:gd name="connsiteY2" fmla="*/ 11959 h 15386"/>
              <a:gd name="connsiteX3" fmla="*/ 0 w 22586"/>
              <a:gd name="connsiteY3" fmla="*/ 14305 h 15386"/>
              <a:gd name="connsiteX4" fmla="*/ 6027 w 22586"/>
              <a:gd name="connsiteY4" fmla="*/ 0 h 15386"/>
              <a:gd name="connsiteX0" fmla="*/ 5936 w 22495"/>
              <a:gd name="connsiteY0" fmla="*/ 0 h 15412"/>
              <a:gd name="connsiteX1" fmla="*/ 22495 w 22495"/>
              <a:gd name="connsiteY1" fmla="*/ 5228 h 15412"/>
              <a:gd name="connsiteX2" fmla="*/ 20646 w 22495"/>
              <a:gd name="connsiteY2" fmla="*/ 11959 h 15412"/>
              <a:gd name="connsiteX3" fmla="*/ 0 w 22495"/>
              <a:gd name="connsiteY3" fmla="*/ 14334 h 15412"/>
              <a:gd name="connsiteX4" fmla="*/ 5936 w 22495"/>
              <a:gd name="connsiteY4" fmla="*/ 0 h 15412"/>
              <a:gd name="connsiteX0" fmla="*/ 5936 w 22495"/>
              <a:gd name="connsiteY0" fmla="*/ 0 h 15418"/>
              <a:gd name="connsiteX1" fmla="*/ 22495 w 22495"/>
              <a:gd name="connsiteY1" fmla="*/ 5228 h 15418"/>
              <a:gd name="connsiteX2" fmla="*/ 19560 w 22495"/>
              <a:gd name="connsiteY2" fmla="*/ 12005 h 15418"/>
              <a:gd name="connsiteX3" fmla="*/ 0 w 22495"/>
              <a:gd name="connsiteY3" fmla="*/ 14334 h 15418"/>
              <a:gd name="connsiteX4" fmla="*/ 5936 w 22495"/>
              <a:gd name="connsiteY4" fmla="*/ 0 h 15418"/>
              <a:gd name="connsiteX0" fmla="*/ 5936 w 21909"/>
              <a:gd name="connsiteY0" fmla="*/ 0 h 15418"/>
              <a:gd name="connsiteX1" fmla="*/ 21909 w 21909"/>
              <a:gd name="connsiteY1" fmla="*/ 5641 h 15418"/>
              <a:gd name="connsiteX2" fmla="*/ 19560 w 21909"/>
              <a:gd name="connsiteY2" fmla="*/ 12005 h 15418"/>
              <a:gd name="connsiteX3" fmla="*/ 0 w 21909"/>
              <a:gd name="connsiteY3" fmla="*/ 14334 h 15418"/>
              <a:gd name="connsiteX4" fmla="*/ 5936 w 21909"/>
              <a:gd name="connsiteY4" fmla="*/ 0 h 15418"/>
              <a:gd name="connsiteX0" fmla="*/ 5936 w 22332"/>
              <a:gd name="connsiteY0" fmla="*/ 0 h 15418"/>
              <a:gd name="connsiteX1" fmla="*/ 22332 w 22332"/>
              <a:gd name="connsiteY1" fmla="*/ 5206 h 15418"/>
              <a:gd name="connsiteX2" fmla="*/ 19560 w 22332"/>
              <a:gd name="connsiteY2" fmla="*/ 12005 h 15418"/>
              <a:gd name="connsiteX3" fmla="*/ 0 w 22332"/>
              <a:gd name="connsiteY3" fmla="*/ 14334 h 15418"/>
              <a:gd name="connsiteX4" fmla="*/ 5936 w 22332"/>
              <a:gd name="connsiteY4" fmla="*/ 0 h 15418"/>
              <a:gd name="connsiteX0" fmla="*/ 5936 w 22332"/>
              <a:gd name="connsiteY0" fmla="*/ 0 h 15396"/>
              <a:gd name="connsiteX1" fmla="*/ 22332 w 22332"/>
              <a:gd name="connsiteY1" fmla="*/ 5206 h 15396"/>
              <a:gd name="connsiteX2" fmla="*/ 19560 w 22332"/>
              <a:gd name="connsiteY2" fmla="*/ 12005 h 15396"/>
              <a:gd name="connsiteX3" fmla="*/ 0 w 22332"/>
              <a:gd name="connsiteY3" fmla="*/ 14334 h 15396"/>
              <a:gd name="connsiteX4" fmla="*/ 5936 w 22332"/>
              <a:gd name="connsiteY4" fmla="*/ 0 h 15396"/>
              <a:gd name="connsiteX0" fmla="*/ 5936 w 22332"/>
              <a:gd name="connsiteY0" fmla="*/ 0 h 15680"/>
              <a:gd name="connsiteX1" fmla="*/ 22332 w 22332"/>
              <a:gd name="connsiteY1" fmla="*/ 5206 h 15680"/>
              <a:gd name="connsiteX2" fmla="*/ 18831 w 22332"/>
              <a:gd name="connsiteY2" fmla="*/ 13749 h 15680"/>
              <a:gd name="connsiteX3" fmla="*/ 0 w 22332"/>
              <a:gd name="connsiteY3" fmla="*/ 14334 h 15680"/>
              <a:gd name="connsiteX4" fmla="*/ 5936 w 22332"/>
              <a:gd name="connsiteY4" fmla="*/ 0 h 15680"/>
              <a:gd name="connsiteX0" fmla="*/ 5936 w 22332"/>
              <a:gd name="connsiteY0" fmla="*/ 0 h 15137"/>
              <a:gd name="connsiteX1" fmla="*/ 22332 w 22332"/>
              <a:gd name="connsiteY1" fmla="*/ 5206 h 15137"/>
              <a:gd name="connsiteX2" fmla="*/ 18831 w 22332"/>
              <a:gd name="connsiteY2" fmla="*/ 13749 h 15137"/>
              <a:gd name="connsiteX3" fmla="*/ 0 w 22332"/>
              <a:gd name="connsiteY3" fmla="*/ 14334 h 15137"/>
              <a:gd name="connsiteX4" fmla="*/ 5936 w 22332"/>
              <a:gd name="connsiteY4" fmla="*/ 0 h 15137"/>
              <a:gd name="connsiteX0" fmla="*/ 5936 w 22332"/>
              <a:gd name="connsiteY0" fmla="*/ 0 h 15426"/>
              <a:gd name="connsiteX1" fmla="*/ 22332 w 22332"/>
              <a:gd name="connsiteY1" fmla="*/ 5206 h 15426"/>
              <a:gd name="connsiteX2" fmla="*/ 18831 w 22332"/>
              <a:gd name="connsiteY2" fmla="*/ 13749 h 15426"/>
              <a:gd name="connsiteX3" fmla="*/ 0 w 22332"/>
              <a:gd name="connsiteY3" fmla="*/ 14334 h 15426"/>
              <a:gd name="connsiteX4" fmla="*/ 5936 w 22332"/>
              <a:gd name="connsiteY4" fmla="*/ 0 h 15426"/>
              <a:gd name="connsiteX0" fmla="*/ 5997 w 22393"/>
              <a:gd name="connsiteY0" fmla="*/ 0 h 15408"/>
              <a:gd name="connsiteX1" fmla="*/ 22393 w 22393"/>
              <a:gd name="connsiteY1" fmla="*/ 5206 h 15408"/>
              <a:gd name="connsiteX2" fmla="*/ 18892 w 22393"/>
              <a:gd name="connsiteY2" fmla="*/ 13749 h 15408"/>
              <a:gd name="connsiteX3" fmla="*/ 0 w 22393"/>
              <a:gd name="connsiteY3" fmla="*/ 14315 h 15408"/>
              <a:gd name="connsiteX4" fmla="*/ 5997 w 22393"/>
              <a:gd name="connsiteY4" fmla="*/ 0 h 15408"/>
              <a:gd name="connsiteX0" fmla="*/ 6127 w 22523"/>
              <a:gd name="connsiteY0" fmla="*/ 0 h 15616"/>
              <a:gd name="connsiteX1" fmla="*/ 22523 w 22523"/>
              <a:gd name="connsiteY1" fmla="*/ 5206 h 15616"/>
              <a:gd name="connsiteX2" fmla="*/ 19022 w 22523"/>
              <a:gd name="connsiteY2" fmla="*/ 13749 h 15616"/>
              <a:gd name="connsiteX3" fmla="*/ 0 w 22523"/>
              <a:gd name="connsiteY3" fmla="*/ 14543 h 15616"/>
              <a:gd name="connsiteX4" fmla="*/ 6127 w 22523"/>
              <a:gd name="connsiteY4" fmla="*/ 0 h 15616"/>
              <a:gd name="connsiteX0" fmla="*/ 6127 w 22523"/>
              <a:gd name="connsiteY0" fmla="*/ 0 h 15491"/>
              <a:gd name="connsiteX1" fmla="*/ 22523 w 22523"/>
              <a:gd name="connsiteY1" fmla="*/ 5206 h 15491"/>
              <a:gd name="connsiteX2" fmla="*/ 19022 w 22523"/>
              <a:gd name="connsiteY2" fmla="*/ 13749 h 15491"/>
              <a:gd name="connsiteX3" fmla="*/ 0 w 22523"/>
              <a:gd name="connsiteY3" fmla="*/ 14543 h 15491"/>
              <a:gd name="connsiteX4" fmla="*/ 6127 w 22523"/>
              <a:gd name="connsiteY4" fmla="*/ 0 h 15491"/>
              <a:gd name="connsiteX0" fmla="*/ 6284 w 22680"/>
              <a:gd name="connsiteY0" fmla="*/ 0 h 15910"/>
              <a:gd name="connsiteX1" fmla="*/ 22680 w 22680"/>
              <a:gd name="connsiteY1" fmla="*/ 5206 h 15910"/>
              <a:gd name="connsiteX2" fmla="*/ 19179 w 22680"/>
              <a:gd name="connsiteY2" fmla="*/ 13749 h 15910"/>
              <a:gd name="connsiteX3" fmla="*/ 0 w 22680"/>
              <a:gd name="connsiteY3" fmla="*/ 14998 h 15910"/>
              <a:gd name="connsiteX4" fmla="*/ 6284 w 22680"/>
              <a:gd name="connsiteY4" fmla="*/ 0 h 15910"/>
              <a:gd name="connsiteX0" fmla="*/ 6284 w 22680"/>
              <a:gd name="connsiteY0" fmla="*/ 0 h 15201"/>
              <a:gd name="connsiteX1" fmla="*/ 22680 w 22680"/>
              <a:gd name="connsiteY1" fmla="*/ 5206 h 15201"/>
              <a:gd name="connsiteX2" fmla="*/ 19179 w 22680"/>
              <a:gd name="connsiteY2" fmla="*/ 13749 h 15201"/>
              <a:gd name="connsiteX3" fmla="*/ 0 w 22680"/>
              <a:gd name="connsiteY3" fmla="*/ 14998 h 15201"/>
              <a:gd name="connsiteX4" fmla="*/ 6284 w 22680"/>
              <a:gd name="connsiteY4" fmla="*/ 0 h 15201"/>
              <a:gd name="connsiteX0" fmla="*/ 6284 w 22680"/>
              <a:gd name="connsiteY0" fmla="*/ 0 h 15216"/>
              <a:gd name="connsiteX1" fmla="*/ 22680 w 22680"/>
              <a:gd name="connsiteY1" fmla="*/ 5206 h 15216"/>
              <a:gd name="connsiteX2" fmla="*/ 18895 w 22680"/>
              <a:gd name="connsiteY2" fmla="*/ 14342 h 15216"/>
              <a:gd name="connsiteX3" fmla="*/ 0 w 22680"/>
              <a:gd name="connsiteY3" fmla="*/ 14998 h 15216"/>
              <a:gd name="connsiteX4" fmla="*/ 6284 w 22680"/>
              <a:gd name="connsiteY4" fmla="*/ 0 h 15216"/>
              <a:gd name="connsiteX0" fmla="*/ 6284 w 22680"/>
              <a:gd name="connsiteY0" fmla="*/ 0 h 15216"/>
              <a:gd name="connsiteX1" fmla="*/ 22680 w 22680"/>
              <a:gd name="connsiteY1" fmla="*/ 5206 h 15216"/>
              <a:gd name="connsiteX2" fmla="*/ 18828 w 22680"/>
              <a:gd name="connsiteY2" fmla="*/ 14321 h 15216"/>
              <a:gd name="connsiteX3" fmla="*/ 0 w 22680"/>
              <a:gd name="connsiteY3" fmla="*/ 14998 h 15216"/>
              <a:gd name="connsiteX4" fmla="*/ 6284 w 22680"/>
              <a:gd name="connsiteY4" fmla="*/ 0 h 15216"/>
              <a:gd name="connsiteX0" fmla="*/ 5998 w 22680"/>
              <a:gd name="connsiteY0" fmla="*/ 0 h 15223"/>
              <a:gd name="connsiteX1" fmla="*/ 22680 w 22680"/>
              <a:gd name="connsiteY1" fmla="*/ 5213 h 15223"/>
              <a:gd name="connsiteX2" fmla="*/ 18828 w 22680"/>
              <a:gd name="connsiteY2" fmla="*/ 14328 h 15223"/>
              <a:gd name="connsiteX3" fmla="*/ 0 w 22680"/>
              <a:gd name="connsiteY3" fmla="*/ 15005 h 15223"/>
              <a:gd name="connsiteX4" fmla="*/ 5998 w 22680"/>
              <a:gd name="connsiteY4" fmla="*/ 0 h 15223"/>
              <a:gd name="connsiteX0" fmla="*/ 5998 w 22165"/>
              <a:gd name="connsiteY0" fmla="*/ 0 h 15223"/>
              <a:gd name="connsiteX1" fmla="*/ 22165 w 22165"/>
              <a:gd name="connsiteY1" fmla="*/ 5218 h 15223"/>
              <a:gd name="connsiteX2" fmla="*/ 18828 w 22165"/>
              <a:gd name="connsiteY2" fmla="*/ 14328 h 15223"/>
              <a:gd name="connsiteX3" fmla="*/ 0 w 22165"/>
              <a:gd name="connsiteY3" fmla="*/ 15005 h 15223"/>
              <a:gd name="connsiteX4" fmla="*/ 5998 w 22165"/>
              <a:gd name="connsiteY4" fmla="*/ 0 h 15223"/>
              <a:gd name="connsiteX0" fmla="*/ 5998 w 22389"/>
              <a:gd name="connsiteY0" fmla="*/ 0 h 15223"/>
              <a:gd name="connsiteX1" fmla="*/ 22389 w 22389"/>
              <a:gd name="connsiteY1" fmla="*/ 5380 h 15223"/>
              <a:gd name="connsiteX2" fmla="*/ 18828 w 22389"/>
              <a:gd name="connsiteY2" fmla="*/ 14328 h 15223"/>
              <a:gd name="connsiteX3" fmla="*/ 0 w 22389"/>
              <a:gd name="connsiteY3" fmla="*/ 15005 h 15223"/>
              <a:gd name="connsiteX4" fmla="*/ 5998 w 22389"/>
              <a:gd name="connsiteY4" fmla="*/ 0 h 15223"/>
              <a:gd name="connsiteX0" fmla="*/ 6044 w 22435"/>
              <a:gd name="connsiteY0" fmla="*/ 0 h 15179"/>
              <a:gd name="connsiteX1" fmla="*/ 22435 w 22435"/>
              <a:gd name="connsiteY1" fmla="*/ 5380 h 15179"/>
              <a:gd name="connsiteX2" fmla="*/ 18874 w 22435"/>
              <a:gd name="connsiteY2" fmla="*/ 14328 h 15179"/>
              <a:gd name="connsiteX3" fmla="*/ 0 w 22435"/>
              <a:gd name="connsiteY3" fmla="*/ 14960 h 15179"/>
              <a:gd name="connsiteX4" fmla="*/ 6044 w 22435"/>
              <a:gd name="connsiteY4" fmla="*/ 0 h 15179"/>
              <a:gd name="connsiteX0" fmla="*/ 6044 w 22435"/>
              <a:gd name="connsiteY0" fmla="*/ 0 h 15179"/>
              <a:gd name="connsiteX1" fmla="*/ 22435 w 22435"/>
              <a:gd name="connsiteY1" fmla="*/ 5380 h 15179"/>
              <a:gd name="connsiteX2" fmla="*/ 18874 w 22435"/>
              <a:gd name="connsiteY2" fmla="*/ 14328 h 15179"/>
              <a:gd name="connsiteX3" fmla="*/ 0 w 22435"/>
              <a:gd name="connsiteY3" fmla="*/ 14960 h 15179"/>
              <a:gd name="connsiteX4" fmla="*/ 6044 w 22435"/>
              <a:gd name="connsiteY4" fmla="*/ 0 h 15179"/>
              <a:gd name="connsiteX0" fmla="*/ 6044 w 22435"/>
              <a:gd name="connsiteY0" fmla="*/ 0 h 15179"/>
              <a:gd name="connsiteX1" fmla="*/ 22435 w 22435"/>
              <a:gd name="connsiteY1" fmla="*/ 5380 h 15179"/>
              <a:gd name="connsiteX2" fmla="*/ 18874 w 22435"/>
              <a:gd name="connsiteY2" fmla="*/ 14328 h 15179"/>
              <a:gd name="connsiteX3" fmla="*/ 0 w 22435"/>
              <a:gd name="connsiteY3" fmla="*/ 14960 h 15179"/>
              <a:gd name="connsiteX4" fmla="*/ 6044 w 22435"/>
              <a:gd name="connsiteY4" fmla="*/ 0 h 15179"/>
              <a:gd name="connsiteX0" fmla="*/ 5993 w 22384"/>
              <a:gd name="connsiteY0" fmla="*/ 0 h 15184"/>
              <a:gd name="connsiteX1" fmla="*/ 22384 w 22384"/>
              <a:gd name="connsiteY1" fmla="*/ 5380 h 15184"/>
              <a:gd name="connsiteX2" fmla="*/ 18823 w 22384"/>
              <a:gd name="connsiteY2" fmla="*/ 14328 h 15184"/>
              <a:gd name="connsiteX3" fmla="*/ 0 w 22384"/>
              <a:gd name="connsiteY3" fmla="*/ 14965 h 15184"/>
              <a:gd name="connsiteX4" fmla="*/ 5993 w 22384"/>
              <a:gd name="connsiteY4" fmla="*/ 0 h 15184"/>
              <a:gd name="connsiteX0" fmla="*/ 5993 w 22384"/>
              <a:gd name="connsiteY0" fmla="*/ 0 h 15184"/>
              <a:gd name="connsiteX1" fmla="*/ 22384 w 22384"/>
              <a:gd name="connsiteY1" fmla="*/ 5380 h 15184"/>
              <a:gd name="connsiteX2" fmla="*/ 18823 w 22384"/>
              <a:gd name="connsiteY2" fmla="*/ 14328 h 15184"/>
              <a:gd name="connsiteX3" fmla="*/ 0 w 22384"/>
              <a:gd name="connsiteY3" fmla="*/ 14965 h 15184"/>
              <a:gd name="connsiteX4" fmla="*/ 5993 w 22384"/>
              <a:gd name="connsiteY4" fmla="*/ 0 h 15184"/>
              <a:gd name="connsiteX0" fmla="*/ 4842 w 22384"/>
              <a:gd name="connsiteY0" fmla="*/ 0 h 12052"/>
              <a:gd name="connsiteX1" fmla="*/ 22384 w 22384"/>
              <a:gd name="connsiteY1" fmla="*/ 2248 h 12052"/>
              <a:gd name="connsiteX2" fmla="*/ 18823 w 22384"/>
              <a:gd name="connsiteY2" fmla="*/ 11196 h 12052"/>
              <a:gd name="connsiteX3" fmla="*/ 0 w 22384"/>
              <a:gd name="connsiteY3" fmla="*/ 11833 h 12052"/>
              <a:gd name="connsiteX4" fmla="*/ 4842 w 22384"/>
              <a:gd name="connsiteY4" fmla="*/ 0 h 12052"/>
              <a:gd name="connsiteX0" fmla="*/ 4776 w 22384"/>
              <a:gd name="connsiteY0" fmla="*/ 0 h 12058"/>
              <a:gd name="connsiteX1" fmla="*/ 22384 w 22384"/>
              <a:gd name="connsiteY1" fmla="*/ 2254 h 12058"/>
              <a:gd name="connsiteX2" fmla="*/ 18823 w 22384"/>
              <a:gd name="connsiteY2" fmla="*/ 11202 h 12058"/>
              <a:gd name="connsiteX3" fmla="*/ 0 w 22384"/>
              <a:gd name="connsiteY3" fmla="*/ 11839 h 12058"/>
              <a:gd name="connsiteX4" fmla="*/ 4776 w 22384"/>
              <a:gd name="connsiteY4" fmla="*/ 0 h 12058"/>
              <a:gd name="connsiteX0" fmla="*/ 4852 w 22384"/>
              <a:gd name="connsiteY0" fmla="*/ 0 h 12033"/>
              <a:gd name="connsiteX1" fmla="*/ 22384 w 22384"/>
              <a:gd name="connsiteY1" fmla="*/ 2229 h 12033"/>
              <a:gd name="connsiteX2" fmla="*/ 18823 w 22384"/>
              <a:gd name="connsiteY2" fmla="*/ 11177 h 12033"/>
              <a:gd name="connsiteX3" fmla="*/ 0 w 22384"/>
              <a:gd name="connsiteY3" fmla="*/ 11814 h 12033"/>
              <a:gd name="connsiteX4" fmla="*/ 4852 w 22384"/>
              <a:gd name="connsiteY4" fmla="*/ 0 h 12033"/>
              <a:gd name="connsiteX0" fmla="*/ 4758 w 22384"/>
              <a:gd name="connsiteY0" fmla="*/ 0 h 12056"/>
              <a:gd name="connsiteX1" fmla="*/ 22384 w 22384"/>
              <a:gd name="connsiteY1" fmla="*/ 2252 h 12056"/>
              <a:gd name="connsiteX2" fmla="*/ 18823 w 22384"/>
              <a:gd name="connsiteY2" fmla="*/ 11200 h 12056"/>
              <a:gd name="connsiteX3" fmla="*/ 0 w 22384"/>
              <a:gd name="connsiteY3" fmla="*/ 11837 h 12056"/>
              <a:gd name="connsiteX4" fmla="*/ 4758 w 22384"/>
              <a:gd name="connsiteY4" fmla="*/ 0 h 12056"/>
              <a:gd name="connsiteX0" fmla="*/ 4758 w 21708"/>
              <a:gd name="connsiteY0" fmla="*/ 0 h 12056"/>
              <a:gd name="connsiteX1" fmla="*/ 21708 w 21708"/>
              <a:gd name="connsiteY1" fmla="*/ 3812 h 12056"/>
              <a:gd name="connsiteX2" fmla="*/ 18823 w 21708"/>
              <a:gd name="connsiteY2" fmla="*/ 11200 h 12056"/>
              <a:gd name="connsiteX3" fmla="*/ 0 w 21708"/>
              <a:gd name="connsiteY3" fmla="*/ 11837 h 12056"/>
              <a:gd name="connsiteX4" fmla="*/ 4758 w 21708"/>
              <a:gd name="connsiteY4" fmla="*/ 0 h 12056"/>
              <a:gd name="connsiteX0" fmla="*/ 4758 w 21491"/>
              <a:gd name="connsiteY0" fmla="*/ 0 h 12056"/>
              <a:gd name="connsiteX1" fmla="*/ 21491 w 21491"/>
              <a:gd name="connsiteY1" fmla="*/ 4332 h 12056"/>
              <a:gd name="connsiteX2" fmla="*/ 18823 w 21491"/>
              <a:gd name="connsiteY2" fmla="*/ 11200 h 12056"/>
              <a:gd name="connsiteX3" fmla="*/ 0 w 21491"/>
              <a:gd name="connsiteY3" fmla="*/ 11837 h 12056"/>
              <a:gd name="connsiteX4" fmla="*/ 4758 w 21491"/>
              <a:gd name="connsiteY4" fmla="*/ 0 h 12056"/>
              <a:gd name="connsiteX0" fmla="*/ 4758 w 21297"/>
              <a:gd name="connsiteY0" fmla="*/ 0 h 12056"/>
              <a:gd name="connsiteX1" fmla="*/ 21297 w 21297"/>
              <a:gd name="connsiteY1" fmla="*/ 4774 h 12056"/>
              <a:gd name="connsiteX2" fmla="*/ 18823 w 21297"/>
              <a:gd name="connsiteY2" fmla="*/ 11200 h 12056"/>
              <a:gd name="connsiteX3" fmla="*/ 0 w 21297"/>
              <a:gd name="connsiteY3" fmla="*/ 11837 h 12056"/>
              <a:gd name="connsiteX4" fmla="*/ 4758 w 21297"/>
              <a:gd name="connsiteY4" fmla="*/ 0 h 12056"/>
              <a:gd name="connsiteX0" fmla="*/ 4758 w 21075"/>
              <a:gd name="connsiteY0" fmla="*/ 0 h 12056"/>
              <a:gd name="connsiteX1" fmla="*/ 21075 w 21075"/>
              <a:gd name="connsiteY1" fmla="*/ 5285 h 12056"/>
              <a:gd name="connsiteX2" fmla="*/ 18823 w 21075"/>
              <a:gd name="connsiteY2" fmla="*/ 11200 h 12056"/>
              <a:gd name="connsiteX3" fmla="*/ 0 w 21075"/>
              <a:gd name="connsiteY3" fmla="*/ 11837 h 12056"/>
              <a:gd name="connsiteX4" fmla="*/ 4758 w 21075"/>
              <a:gd name="connsiteY4" fmla="*/ 0 h 12056"/>
              <a:gd name="connsiteX0" fmla="*/ 4758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58 w 21148"/>
              <a:gd name="connsiteY4" fmla="*/ 0 h 12056"/>
              <a:gd name="connsiteX0" fmla="*/ 4406 w 21148"/>
              <a:gd name="connsiteY0" fmla="*/ 0 h 11113"/>
              <a:gd name="connsiteX1" fmla="*/ 21148 w 21148"/>
              <a:gd name="connsiteY1" fmla="*/ 4460 h 11113"/>
              <a:gd name="connsiteX2" fmla="*/ 18823 w 21148"/>
              <a:gd name="connsiteY2" fmla="*/ 10257 h 11113"/>
              <a:gd name="connsiteX3" fmla="*/ 0 w 21148"/>
              <a:gd name="connsiteY3" fmla="*/ 10894 h 11113"/>
              <a:gd name="connsiteX4" fmla="*/ 4406 w 21148"/>
              <a:gd name="connsiteY4" fmla="*/ 0 h 11113"/>
              <a:gd name="connsiteX0" fmla="*/ 4756 w 21148"/>
              <a:gd name="connsiteY0" fmla="*/ 0 h 12072"/>
              <a:gd name="connsiteX1" fmla="*/ 21148 w 21148"/>
              <a:gd name="connsiteY1" fmla="*/ 5419 h 12072"/>
              <a:gd name="connsiteX2" fmla="*/ 18823 w 21148"/>
              <a:gd name="connsiteY2" fmla="*/ 11216 h 12072"/>
              <a:gd name="connsiteX3" fmla="*/ 0 w 21148"/>
              <a:gd name="connsiteY3" fmla="*/ 11853 h 12072"/>
              <a:gd name="connsiteX4" fmla="*/ 4756 w 21148"/>
              <a:gd name="connsiteY4" fmla="*/ 0 h 12072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  <a:gd name="connsiteX0" fmla="*/ 4733 w 21148"/>
              <a:gd name="connsiteY0" fmla="*/ 0 h 12056"/>
              <a:gd name="connsiteX1" fmla="*/ 21148 w 21148"/>
              <a:gd name="connsiteY1" fmla="*/ 5403 h 12056"/>
              <a:gd name="connsiteX2" fmla="*/ 18823 w 21148"/>
              <a:gd name="connsiteY2" fmla="*/ 11200 h 12056"/>
              <a:gd name="connsiteX3" fmla="*/ 0 w 21148"/>
              <a:gd name="connsiteY3" fmla="*/ 11837 h 12056"/>
              <a:gd name="connsiteX4" fmla="*/ 4733 w 21148"/>
              <a:gd name="connsiteY4" fmla="*/ 0 h 1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48" h="12056">
                <a:moveTo>
                  <a:pt x="4733" y="0"/>
                </a:moveTo>
                <a:lnTo>
                  <a:pt x="21148" y="5403"/>
                </a:lnTo>
                <a:lnTo>
                  <a:pt x="18823" y="11200"/>
                </a:lnTo>
                <a:cubicBezTo>
                  <a:pt x="8378" y="6317"/>
                  <a:pt x="8524" y="13356"/>
                  <a:pt x="0" y="11837"/>
                </a:cubicBezTo>
                <a:cubicBezTo>
                  <a:pt x="3240" y="3779"/>
                  <a:pt x="2554" y="5461"/>
                  <a:pt x="4733" y="0"/>
                </a:cubicBezTo>
                <a:close/>
              </a:path>
            </a:pathLst>
          </a:custGeom>
          <a:solidFill>
            <a:srgbClr val="891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891022"/>
              </a:solidFill>
            </a:endParaRPr>
          </a:p>
        </p:txBody>
      </p:sp>
      <p:sp>
        <p:nvSpPr>
          <p:cNvPr id="39" name="Freeform 38"/>
          <p:cNvSpPr/>
          <p:nvPr userDrawn="1"/>
        </p:nvSpPr>
        <p:spPr>
          <a:xfrm>
            <a:off x="5560145" y="831"/>
            <a:ext cx="6646161" cy="6867720"/>
          </a:xfrm>
          <a:custGeom>
            <a:avLst/>
            <a:gdLst>
              <a:gd name="connsiteX0" fmla="*/ 6486198 w 6500716"/>
              <a:gd name="connsiteY0" fmla="*/ 0 h 6880364"/>
              <a:gd name="connsiteX1" fmla="*/ 6500100 w 6500716"/>
              <a:gd name="connsiteY1" fmla="*/ 6877658 h 6880364"/>
              <a:gd name="connsiteX2" fmla="*/ 3044946 w 6500716"/>
              <a:gd name="connsiteY2" fmla="*/ 6880364 h 6880364"/>
              <a:gd name="connsiteX3" fmla="*/ 0 w 6500716"/>
              <a:gd name="connsiteY3" fmla="*/ 6509 h 6880364"/>
              <a:gd name="connsiteX4" fmla="*/ 6486198 w 6500716"/>
              <a:gd name="connsiteY4" fmla="*/ 0 h 6880364"/>
              <a:gd name="connsiteX0" fmla="*/ 6463973 w 6478491"/>
              <a:gd name="connsiteY0" fmla="*/ 0 h 6880364"/>
              <a:gd name="connsiteX1" fmla="*/ 6477875 w 6478491"/>
              <a:gd name="connsiteY1" fmla="*/ 6877658 h 6880364"/>
              <a:gd name="connsiteX2" fmla="*/ 3022721 w 6478491"/>
              <a:gd name="connsiteY2" fmla="*/ 6880364 h 6880364"/>
              <a:gd name="connsiteX3" fmla="*/ 0 w 6478491"/>
              <a:gd name="connsiteY3" fmla="*/ 12859 h 6880364"/>
              <a:gd name="connsiteX4" fmla="*/ 6463973 w 6478491"/>
              <a:gd name="connsiteY4" fmla="*/ 0 h 6880364"/>
              <a:gd name="connsiteX0" fmla="*/ 6463973 w 6478491"/>
              <a:gd name="connsiteY0" fmla="*/ 0 h 6880364"/>
              <a:gd name="connsiteX1" fmla="*/ 6477875 w 6478491"/>
              <a:gd name="connsiteY1" fmla="*/ 6877658 h 6880364"/>
              <a:gd name="connsiteX2" fmla="*/ 3022721 w 6478491"/>
              <a:gd name="connsiteY2" fmla="*/ 6880364 h 6880364"/>
              <a:gd name="connsiteX3" fmla="*/ 0 w 6478491"/>
              <a:gd name="connsiteY3" fmla="*/ 12859 h 6880364"/>
              <a:gd name="connsiteX4" fmla="*/ 6463973 w 6478491"/>
              <a:gd name="connsiteY4" fmla="*/ 0 h 6880364"/>
              <a:gd name="connsiteX0" fmla="*/ 6460798 w 6478424"/>
              <a:gd name="connsiteY0" fmla="*/ 6191 h 6867505"/>
              <a:gd name="connsiteX1" fmla="*/ 6477875 w 6478424"/>
              <a:gd name="connsiteY1" fmla="*/ 6864799 h 6867505"/>
              <a:gd name="connsiteX2" fmla="*/ 3022721 w 6478424"/>
              <a:gd name="connsiteY2" fmla="*/ 6867505 h 6867505"/>
              <a:gd name="connsiteX3" fmla="*/ 0 w 6478424"/>
              <a:gd name="connsiteY3" fmla="*/ 0 h 6867505"/>
              <a:gd name="connsiteX4" fmla="*/ 6460798 w 6478424"/>
              <a:gd name="connsiteY4" fmla="*/ 6191 h 6867505"/>
              <a:gd name="connsiteX0" fmla="*/ 6457623 w 6475249"/>
              <a:gd name="connsiteY0" fmla="*/ 0 h 6861314"/>
              <a:gd name="connsiteX1" fmla="*/ 6474700 w 6475249"/>
              <a:gd name="connsiteY1" fmla="*/ 6858608 h 6861314"/>
              <a:gd name="connsiteX2" fmla="*/ 3019546 w 6475249"/>
              <a:gd name="connsiteY2" fmla="*/ 6861314 h 6861314"/>
              <a:gd name="connsiteX3" fmla="*/ 0 w 6475249"/>
              <a:gd name="connsiteY3" fmla="*/ 3334 h 6861314"/>
              <a:gd name="connsiteX4" fmla="*/ 6457623 w 6475249"/>
              <a:gd name="connsiteY4" fmla="*/ 0 h 6861314"/>
              <a:gd name="connsiteX0" fmla="*/ 6457623 w 6475249"/>
              <a:gd name="connsiteY0" fmla="*/ 19058 h 6880372"/>
              <a:gd name="connsiteX1" fmla="*/ 6474700 w 6475249"/>
              <a:gd name="connsiteY1" fmla="*/ 6877666 h 6880372"/>
              <a:gd name="connsiteX2" fmla="*/ 3019546 w 6475249"/>
              <a:gd name="connsiteY2" fmla="*/ 6880372 h 6880372"/>
              <a:gd name="connsiteX3" fmla="*/ 0 w 6475249"/>
              <a:gd name="connsiteY3" fmla="*/ 22392 h 6880372"/>
              <a:gd name="connsiteX4" fmla="*/ 3561739 w 6475249"/>
              <a:gd name="connsiteY4" fmla="*/ 0 h 6880372"/>
              <a:gd name="connsiteX5" fmla="*/ 6457623 w 6475249"/>
              <a:gd name="connsiteY5" fmla="*/ 19058 h 6880372"/>
              <a:gd name="connsiteX0" fmla="*/ 5801640 w 5819266"/>
              <a:gd name="connsiteY0" fmla="*/ 19058 h 6880372"/>
              <a:gd name="connsiteX1" fmla="*/ 5818717 w 5819266"/>
              <a:gd name="connsiteY1" fmla="*/ 6877666 h 6880372"/>
              <a:gd name="connsiteX2" fmla="*/ 2363563 w 5819266"/>
              <a:gd name="connsiteY2" fmla="*/ 6880372 h 6880372"/>
              <a:gd name="connsiteX3" fmla="*/ 0 w 5819266"/>
              <a:gd name="connsiteY3" fmla="*/ 29021 h 6880372"/>
              <a:gd name="connsiteX4" fmla="*/ 2905756 w 5819266"/>
              <a:gd name="connsiteY4" fmla="*/ 0 h 6880372"/>
              <a:gd name="connsiteX5" fmla="*/ 5801640 w 5819266"/>
              <a:gd name="connsiteY5" fmla="*/ 19058 h 6880372"/>
              <a:gd name="connsiteX0" fmla="*/ 6146196 w 6163822"/>
              <a:gd name="connsiteY0" fmla="*/ 19058 h 6880372"/>
              <a:gd name="connsiteX1" fmla="*/ 6163273 w 6163822"/>
              <a:gd name="connsiteY1" fmla="*/ 6877666 h 6880372"/>
              <a:gd name="connsiteX2" fmla="*/ 2708119 w 6163822"/>
              <a:gd name="connsiteY2" fmla="*/ 6880372 h 6880372"/>
              <a:gd name="connsiteX3" fmla="*/ 0 w 6163822"/>
              <a:gd name="connsiteY3" fmla="*/ 22392 h 6880372"/>
              <a:gd name="connsiteX4" fmla="*/ 3250312 w 6163822"/>
              <a:gd name="connsiteY4" fmla="*/ 0 h 6880372"/>
              <a:gd name="connsiteX5" fmla="*/ 6146196 w 6163822"/>
              <a:gd name="connsiteY5" fmla="*/ 19058 h 6880372"/>
              <a:gd name="connsiteX0" fmla="*/ 5105901 w 6163288"/>
              <a:gd name="connsiteY0" fmla="*/ 38946 h 6880372"/>
              <a:gd name="connsiteX1" fmla="*/ 6163273 w 6163288"/>
              <a:gd name="connsiteY1" fmla="*/ 6877666 h 6880372"/>
              <a:gd name="connsiteX2" fmla="*/ 2708119 w 6163288"/>
              <a:gd name="connsiteY2" fmla="*/ 6880372 h 6880372"/>
              <a:gd name="connsiteX3" fmla="*/ 0 w 6163288"/>
              <a:gd name="connsiteY3" fmla="*/ 22392 h 6880372"/>
              <a:gd name="connsiteX4" fmla="*/ 3250312 w 6163288"/>
              <a:gd name="connsiteY4" fmla="*/ 0 h 6880372"/>
              <a:gd name="connsiteX5" fmla="*/ 5105901 w 6163288"/>
              <a:gd name="connsiteY5" fmla="*/ 38946 h 6880372"/>
              <a:gd name="connsiteX0" fmla="*/ 4933622 w 6163285"/>
              <a:gd name="connsiteY0" fmla="*/ 19058 h 6880372"/>
              <a:gd name="connsiteX1" fmla="*/ 6163273 w 6163285"/>
              <a:gd name="connsiteY1" fmla="*/ 6877666 h 6880372"/>
              <a:gd name="connsiteX2" fmla="*/ 2708119 w 6163285"/>
              <a:gd name="connsiteY2" fmla="*/ 6880372 h 6880372"/>
              <a:gd name="connsiteX3" fmla="*/ 0 w 6163285"/>
              <a:gd name="connsiteY3" fmla="*/ 22392 h 6880372"/>
              <a:gd name="connsiteX4" fmla="*/ 3250312 w 6163285"/>
              <a:gd name="connsiteY4" fmla="*/ 0 h 6880372"/>
              <a:gd name="connsiteX5" fmla="*/ 4933622 w 6163285"/>
              <a:gd name="connsiteY5" fmla="*/ 19058 h 6880372"/>
              <a:gd name="connsiteX0" fmla="*/ 4933622 w 4957773"/>
              <a:gd name="connsiteY0" fmla="*/ 19058 h 6880372"/>
              <a:gd name="connsiteX1" fmla="*/ 4957326 w 4957773"/>
              <a:gd name="connsiteY1" fmla="*/ 6678788 h 6880372"/>
              <a:gd name="connsiteX2" fmla="*/ 2708119 w 4957773"/>
              <a:gd name="connsiteY2" fmla="*/ 6880372 h 6880372"/>
              <a:gd name="connsiteX3" fmla="*/ 0 w 4957773"/>
              <a:gd name="connsiteY3" fmla="*/ 22392 h 6880372"/>
              <a:gd name="connsiteX4" fmla="*/ 3250312 w 4957773"/>
              <a:gd name="connsiteY4" fmla="*/ 0 h 6880372"/>
              <a:gd name="connsiteX5" fmla="*/ 4933622 w 4957773"/>
              <a:gd name="connsiteY5" fmla="*/ 19058 h 6880372"/>
              <a:gd name="connsiteX0" fmla="*/ 4933622 w 4984087"/>
              <a:gd name="connsiteY0" fmla="*/ 19058 h 6890926"/>
              <a:gd name="connsiteX1" fmla="*/ 4983830 w 4984087"/>
              <a:gd name="connsiteY1" fmla="*/ 6890926 h 6890926"/>
              <a:gd name="connsiteX2" fmla="*/ 2708119 w 4984087"/>
              <a:gd name="connsiteY2" fmla="*/ 6880372 h 6890926"/>
              <a:gd name="connsiteX3" fmla="*/ 0 w 4984087"/>
              <a:gd name="connsiteY3" fmla="*/ 22392 h 6890926"/>
              <a:gd name="connsiteX4" fmla="*/ 3250312 w 4984087"/>
              <a:gd name="connsiteY4" fmla="*/ 0 h 6890926"/>
              <a:gd name="connsiteX5" fmla="*/ 4933622 w 4984087"/>
              <a:gd name="connsiteY5" fmla="*/ 19058 h 6890926"/>
              <a:gd name="connsiteX0" fmla="*/ 4933622 w 4984087"/>
              <a:gd name="connsiteY0" fmla="*/ 0 h 6871868"/>
              <a:gd name="connsiteX1" fmla="*/ 4983830 w 4984087"/>
              <a:gd name="connsiteY1" fmla="*/ 6871868 h 6871868"/>
              <a:gd name="connsiteX2" fmla="*/ 2708119 w 4984087"/>
              <a:gd name="connsiteY2" fmla="*/ 6861314 h 6871868"/>
              <a:gd name="connsiteX3" fmla="*/ 0 w 4984087"/>
              <a:gd name="connsiteY3" fmla="*/ 3334 h 6871868"/>
              <a:gd name="connsiteX4" fmla="*/ 3243686 w 4984087"/>
              <a:gd name="connsiteY4" fmla="*/ 830 h 6871868"/>
              <a:gd name="connsiteX5" fmla="*/ 4933622 w 4984087"/>
              <a:gd name="connsiteY5" fmla="*/ 0 h 6871868"/>
              <a:gd name="connsiteX0" fmla="*/ 4975663 w 4984621"/>
              <a:gd name="connsiteY0" fmla="*/ 9686 h 6871038"/>
              <a:gd name="connsiteX1" fmla="*/ 4983830 w 4984621"/>
              <a:gd name="connsiteY1" fmla="*/ 6871038 h 6871038"/>
              <a:gd name="connsiteX2" fmla="*/ 2708119 w 4984621"/>
              <a:gd name="connsiteY2" fmla="*/ 6860484 h 6871038"/>
              <a:gd name="connsiteX3" fmla="*/ 0 w 4984621"/>
              <a:gd name="connsiteY3" fmla="*/ 2504 h 6871038"/>
              <a:gd name="connsiteX4" fmla="*/ 3243686 w 4984621"/>
              <a:gd name="connsiteY4" fmla="*/ 0 h 6871038"/>
              <a:gd name="connsiteX5" fmla="*/ 4975663 w 4984621"/>
              <a:gd name="connsiteY5" fmla="*/ 9686 h 687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4621" h="6871038">
                <a:moveTo>
                  <a:pt x="4975663" y="9686"/>
                </a:moveTo>
                <a:cubicBezTo>
                  <a:pt x="4971030" y="2277938"/>
                  <a:pt x="4988464" y="4602785"/>
                  <a:pt x="4983830" y="6871038"/>
                </a:cubicBezTo>
                <a:lnTo>
                  <a:pt x="2708119" y="6860484"/>
                </a:lnTo>
                <a:cubicBezTo>
                  <a:pt x="3315830" y="2290435"/>
                  <a:pt x="338621" y="2753703"/>
                  <a:pt x="0" y="2504"/>
                </a:cubicBezTo>
                <a:lnTo>
                  <a:pt x="3243686" y="0"/>
                </a:lnTo>
                <a:lnTo>
                  <a:pt x="4975663" y="9686"/>
                </a:lnTo>
                <a:close/>
              </a:path>
            </a:pathLst>
          </a:custGeom>
          <a:solidFill>
            <a:srgbClr val="A31A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36795"/>
            <a:endParaRPr lang="en-US" sz="166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193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368">
          <p15:clr>
            <a:srgbClr val="FBAE40"/>
          </p15:clr>
        </p15:guide>
        <p15:guide id="2" pos="38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961" y="152400"/>
            <a:ext cx="11416640" cy="576000"/>
          </a:xfrm>
        </p:spPr>
        <p:txBody>
          <a:bodyPr>
            <a:noAutofit/>
          </a:bodyPr>
          <a:lstStyle>
            <a:lvl1pPr algn="l">
              <a:defRPr sz="2409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6401" y="1143000"/>
            <a:ext cx="113792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277600" y="6477002"/>
            <a:ext cx="609600" cy="26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1800" kern="1200" smtClean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5907C-1FC8-4769-9F75-D6A065F12B7F}" type="slidenum">
              <a:rPr lang="en-IN" sz="1112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IN" sz="1112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15" y="6531591"/>
            <a:ext cx="2434084" cy="2394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2834739" y="6742066"/>
            <a:ext cx="84428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067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Title Whi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1192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582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97E121-414A-B041-84FF-D45B6A776B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30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5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6330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5054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2760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43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343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1158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59488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584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125508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7854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39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2906500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87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565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716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96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726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48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0731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54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4B387-8E5D-BC42-B9C5-15885C27A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929" y="401293"/>
            <a:ext cx="10534649" cy="645977"/>
          </a:xfrm>
          <a:prstGeom prst="rect">
            <a:avLst/>
          </a:prstGeom>
        </p:spPr>
        <p:txBody>
          <a:bodyPr vert="horz" lIns="46800" tIns="46800" rIns="46800" bIns="4680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49576" y="6518028"/>
            <a:ext cx="596900" cy="237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34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defTabSz="836795"/>
            <a:fld id="{D4BF1F63-4705-854C-A90E-B08697EA9D5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836795"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14929" y="1633546"/>
            <a:ext cx="10534649" cy="4532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2336801" y="6510220"/>
            <a:ext cx="9012765" cy="2422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36795"/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 flipV="1">
            <a:off x="814917" y="-130183"/>
            <a:ext cx="0" cy="125047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V="1">
            <a:off x="11349567" y="-130183"/>
            <a:ext cx="0" cy="125047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flipV="1">
            <a:off x="814917" y="6863141"/>
            <a:ext cx="0" cy="125047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flipV="1">
            <a:off x="11349567" y="6863141"/>
            <a:ext cx="0" cy="125047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-135467" y="1052513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-135467" y="1633539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12192002" y="1052513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12192002" y="1633539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192002" y="6424613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192002" y="6164137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-135847" y="6424613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-135847" y="6164137"/>
            <a:ext cx="135467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Pres 2002 3 red cmyk copy.eps"/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2" y="6526255"/>
            <a:ext cx="1769479" cy="2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5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858" r:id="rId15"/>
    <p:sldLayoutId id="2147483859" r:id="rId16"/>
    <p:sldLayoutId id="2147483672" r:id="rId17"/>
    <p:sldLayoutId id="2147483673" r:id="rId18"/>
    <p:sldLayoutId id="2147483661" r:id="rId19"/>
    <p:sldLayoutId id="2147483675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717" r:id="rId30"/>
    <p:sldLayoutId id="2147483688" r:id="rId31"/>
    <p:sldLayoutId id="2147483689" r:id="rId32"/>
    <p:sldLayoutId id="2147483690" r:id="rId33"/>
    <p:sldLayoutId id="2147483700" r:id="rId34"/>
    <p:sldLayoutId id="2147483718" r:id="rId35"/>
    <p:sldLayoutId id="2147483701" r:id="rId36"/>
    <p:sldLayoutId id="2147483691" r:id="rId37"/>
    <p:sldLayoutId id="2147483692" r:id="rId38"/>
    <p:sldLayoutId id="2147483693" r:id="rId39"/>
    <p:sldLayoutId id="2147483694" r:id="rId40"/>
    <p:sldLayoutId id="2147483696" r:id="rId41"/>
    <p:sldLayoutId id="2147483697" r:id="rId42"/>
    <p:sldLayoutId id="2147483698" r:id="rId43"/>
    <p:sldLayoutId id="2147483699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</p:sldLayoutIdLst>
  <p:hf hdr="0" dt="0"/>
  <p:txStyles>
    <p:titleStyle>
      <a:lvl1pPr algn="l" defTabSz="847168" rtl="0" eaLnBrk="1" latinLnBrk="0" hangingPunct="1">
        <a:lnSpc>
          <a:spcPct val="90000"/>
        </a:lnSpc>
        <a:spcBef>
          <a:spcPct val="0"/>
        </a:spcBef>
        <a:buNone/>
        <a:defRPr sz="2965" b="1" kern="1200" spc="-66" baseline="0">
          <a:solidFill>
            <a:schemeClr val="bg2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847168" rtl="0" eaLnBrk="1" latinLnBrk="0" hangingPunct="1">
        <a:lnSpc>
          <a:spcPct val="100000"/>
        </a:lnSpc>
        <a:spcBef>
          <a:spcPts val="0"/>
        </a:spcBef>
        <a:spcAft>
          <a:spcPts val="278"/>
        </a:spcAft>
        <a:buFont typeface="Arial"/>
        <a:buNone/>
        <a:defRPr sz="2594" kern="1200" spc="0" baseline="0">
          <a:solidFill>
            <a:schemeClr val="tx1">
              <a:lumMod val="65000"/>
              <a:lumOff val="35000"/>
            </a:schemeClr>
          </a:solidFill>
          <a:latin typeface="Arial" charset="0"/>
          <a:ea typeface="Arial" charset="0"/>
          <a:cs typeface="Arial" charset="0"/>
        </a:defRPr>
      </a:lvl1pPr>
      <a:lvl2pPr marL="423585" indent="0" algn="l" defTabSz="847168" rtl="0" eaLnBrk="1" latinLnBrk="0" hangingPunct="1">
        <a:lnSpc>
          <a:spcPct val="100000"/>
        </a:lnSpc>
        <a:spcBef>
          <a:spcPts val="0"/>
        </a:spcBef>
        <a:spcAft>
          <a:spcPts val="278"/>
        </a:spcAft>
        <a:buFont typeface="Arial"/>
        <a:buNone/>
        <a:defRPr sz="2224" kern="1200">
          <a:solidFill>
            <a:schemeClr val="tx1">
              <a:lumMod val="65000"/>
              <a:lumOff val="35000"/>
            </a:schemeClr>
          </a:solidFill>
          <a:latin typeface="Arial" charset="0"/>
          <a:ea typeface="Arial" charset="0"/>
          <a:cs typeface="Arial" charset="0"/>
        </a:defRPr>
      </a:lvl2pPr>
      <a:lvl3pPr marL="847168" indent="0" algn="l" defTabSz="847168" rtl="0" eaLnBrk="1" latinLnBrk="0" hangingPunct="1">
        <a:lnSpc>
          <a:spcPct val="100000"/>
        </a:lnSpc>
        <a:spcBef>
          <a:spcPts val="0"/>
        </a:spcBef>
        <a:spcAft>
          <a:spcPts val="278"/>
        </a:spcAft>
        <a:buFont typeface="Arial"/>
        <a:buNone/>
        <a:defRPr sz="1853" kern="1200">
          <a:solidFill>
            <a:schemeClr val="tx1">
              <a:lumMod val="65000"/>
              <a:lumOff val="35000"/>
            </a:schemeClr>
          </a:solidFill>
          <a:latin typeface="Arial" charset="0"/>
          <a:ea typeface="Arial" charset="0"/>
          <a:cs typeface="Arial" charset="0"/>
        </a:defRPr>
      </a:lvl3pPr>
      <a:lvl4pPr marL="1270752" indent="0" algn="l" defTabSz="847168" rtl="0" eaLnBrk="1" latinLnBrk="0" hangingPunct="1">
        <a:lnSpc>
          <a:spcPct val="100000"/>
        </a:lnSpc>
        <a:spcBef>
          <a:spcPts val="0"/>
        </a:spcBef>
        <a:spcAft>
          <a:spcPts val="278"/>
        </a:spcAft>
        <a:buFont typeface="Arial"/>
        <a:buNone/>
        <a:defRPr sz="1668" kern="1200">
          <a:solidFill>
            <a:schemeClr val="tx1">
              <a:lumMod val="65000"/>
              <a:lumOff val="35000"/>
            </a:schemeClr>
          </a:solidFill>
          <a:latin typeface="Arial" charset="0"/>
          <a:ea typeface="Arial" charset="0"/>
          <a:cs typeface="Arial" charset="0"/>
        </a:defRPr>
      </a:lvl4pPr>
      <a:lvl5pPr marL="1694335" indent="0" algn="l" defTabSz="847168" rtl="0" eaLnBrk="1" latinLnBrk="0" hangingPunct="1">
        <a:lnSpc>
          <a:spcPct val="100000"/>
        </a:lnSpc>
        <a:spcBef>
          <a:spcPts val="0"/>
        </a:spcBef>
        <a:spcAft>
          <a:spcPts val="278"/>
        </a:spcAft>
        <a:buFont typeface="Arial"/>
        <a:buNone/>
        <a:defRPr sz="1668" kern="1200">
          <a:solidFill>
            <a:schemeClr val="tx1">
              <a:lumMod val="65000"/>
              <a:lumOff val="35000"/>
            </a:schemeClr>
          </a:solidFill>
          <a:latin typeface="Arial" charset="0"/>
          <a:ea typeface="Arial" charset="0"/>
          <a:cs typeface="Arial" charset="0"/>
        </a:defRPr>
      </a:lvl5pPr>
      <a:lvl6pPr marL="2329711" indent="-211792" algn="l" defTabSz="847168" rtl="0" eaLnBrk="1" latinLnBrk="0" hangingPunct="1">
        <a:lnSpc>
          <a:spcPct val="90000"/>
        </a:lnSpc>
        <a:spcBef>
          <a:spcPts val="463"/>
        </a:spcBef>
        <a:buFont typeface="Arial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6pPr>
      <a:lvl7pPr marL="2753295" indent="-211792" algn="l" defTabSz="847168" rtl="0" eaLnBrk="1" latinLnBrk="0" hangingPunct="1">
        <a:lnSpc>
          <a:spcPct val="90000"/>
        </a:lnSpc>
        <a:spcBef>
          <a:spcPts val="463"/>
        </a:spcBef>
        <a:buFont typeface="Arial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7pPr>
      <a:lvl8pPr marL="3176878" indent="-211792" algn="l" defTabSz="847168" rtl="0" eaLnBrk="1" latinLnBrk="0" hangingPunct="1">
        <a:lnSpc>
          <a:spcPct val="90000"/>
        </a:lnSpc>
        <a:spcBef>
          <a:spcPts val="463"/>
        </a:spcBef>
        <a:buFont typeface="Arial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8pPr>
      <a:lvl9pPr marL="3600462" indent="-211792" algn="l" defTabSz="847168" rtl="0" eaLnBrk="1" latinLnBrk="0" hangingPunct="1">
        <a:lnSpc>
          <a:spcPct val="90000"/>
        </a:lnSpc>
        <a:spcBef>
          <a:spcPts val="463"/>
        </a:spcBef>
        <a:buFont typeface="Arial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1pPr>
      <a:lvl2pPr marL="423585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2pPr>
      <a:lvl3pPr marL="847168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3pPr>
      <a:lvl4pPr marL="1270752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4pPr>
      <a:lvl5pPr marL="1694335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5pPr>
      <a:lvl6pPr marL="2117919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6pPr>
      <a:lvl7pPr marL="2541502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7pPr>
      <a:lvl8pPr marL="2965086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8pPr>
      <a:lvl9pPr marL="3388671" algn="l" defTabSz="847168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47">
          <p15:clr>
            <a:srgbClr val="F26B43"/>
          </p15:clr>
        </p15:guide>
        <p15:guide id="2" orient="horz" pos="1029">
          <p15:clr>
            <a:srgbClr val="F26B43"/>
          </p15:clr>
        </p15:guide>
        <p15:guide id="3" pos="3840">
          <p15:clr>
            <a:srgbClr val="F26B43"/>
          </p15:clr>
        </p15:guide>
        <p15:guide id="4" pos="513">
          <p15:clr>
            <a:srgbClr val="F26B43"/>
          </p15:clr>
        </p15:guide>
        <p15:guide id="5" pos="714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9F6B331-513F-6C46-85CC-00DAE6DCC3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" b="5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4D04EFA-2126-5843-8F9D-03A85E7EA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EXL Health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800" i="1" dirty="0">
                <a:solidFill>
                  <a:schemeClr val="accent1">
                    <a:lumMod val="75000"/>
                  </a:schemeClr>
                </a:solidFill>
              </a:rPr>
              <a:t>PHS EXL Leadership Meeting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46B3F7-CB01-444A-87CF-2B2283A98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376009"/>
            <a:ext cx="11277599" cy="93638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29</a:t>
            </a:r>
            <a:r>
              <a:rPr lang="en-US" b="1" baseline="30000" dirty="0">
                <a:solidFill>
                  <a:schemeClr val="accent1">
                    <a:lumMod val="75000"/>
                  </a:schemeClr>
                </a:solidFill>
              </a:rPr>
              <a:t>th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Jan 2026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4545B4-80D4-C843-8020-34132F2ABF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6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A03B9-B700-2F5D-8775-B4A69856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>
            <a:extLst>
              <a:ext uri="{FF2B5EF4-FFF2-40B4-BE49-F238E27FC236}">
                <a16:creationId xmlns:a16="http://schemas.microsoft.com/office/drawing/2014/main" id="{2A8BD758-E7AB-72E1-A1A0-769CA933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7802" y="6446735"/>
            <a:ext cx="481556" cy="182358"/>
          </a:xfrm>
        </p:spPr>
        <p:txBody>
          <a:bodyPr/>
          <a:lstStyle/>
          <a:p>
            <a:fld id="{CCA08CA8-4222-D24F-ACDB-33341C247B6F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17">
            <a:extLst>
              <a:ext uri="{FF2B5EF4-FFF2-40B4-BE49-F238E27FC236}">
                <a16:creationId xmlns:a16="http://schemas.microsoft.com/office/drawing/2014/main" id="{F18E4D00-5E41-5638-7F10-4F9F7BA1CC7B}"/>
              </a:ext>
            </a:extLst>
          </p:cNvPr>
          <p:cNvSpPr txBox="1">
            <a:spLocks/>
          </p:cNvSpPr>
          <p:nvPr/>
        </p:nvSpPr>
        <p:spPr>
          <a:xfrm>
            <a:off x="8362950" y="6421752"/>
            <a:ext cx="2102130" cy="1823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©2021 </a:t>
            </a:r>
            <a:r>
              <a:rPr lang="en-US" dirty="0" err="1">
                <a:solidFill>
                  <a:schemeClr val="tx1"/>
                </a:solidFill>
              </a:rPr>
              <a:t>ExlService</a:t>
            </a:r>
            <a:r>
              <a:rPr lang="en-US" dirty="0">
                <a:solidFill>
                  <a:schemeClr val="tx1"/>
                </a:solidFill>
              </a:rPr>
              <a:t> Holdings, Inc.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8ECA1-CD4C-90E4-6463-5D564E8E1264}"/>
              </a:ext>
            </a:extLst>
          </p:cNvPr>
          <p:cNvSpPr txBox="1"/>
          <p:nvPr/>
        </p:nvSpPr>
        <p:spPr>
          <a:xfrm>
            <a:off x="889772" y="823920"/>
            <a:ext cx="840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ptos Narrow" panose="020B0004020202020204" pitchFamily="34" charset="0"/>
              </a:rPr>
              <a:t>EXL | PDS – Supporting PDS Operations through Enterprise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1AA15-E181-8185-98A0-AFFE9ACBC896}"/>
              </a:ext>
            </a:extLst>
          </p:cNvPr>
          <p:cNvSpPr txBox="1"/>
          <p:nvPr/>
        </p:nvSpPr>
        <p:spPr>
          <a:xfrm>
            <a:off x="889771" y="1260711"/>
            <a:ext cx="1041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Aptos Display" panose="020B0004020202020204" pitchFamily="34" charset="0"/>
              </a:rPr>
              <a:t>Objective: </a:t>
            </a: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Support PDS clinical and operational teams by developing analytics solutions that enable visibility into performance, patient flow, and operational efficiency across the delivery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24E5E-7854-8164-4DC4-3597D474C139}"/>
              </a:ext>
            </a:extLst>
          </p:cNvPr>
          <p:cNvSpPr txBox="1"/>
          <p:nvPr/>
        </p:nvSpPr>
        <p:spPr>
          <a:xfrm>
            <a:off x="889770" y="1825369"/>
            <a:ext cx="10412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Aptos Display" panose="020B0004020202020204" pitchFamily="34" charset="0"/>
              </a:rPr>
              <a:t>Analytic Solutions delivered:</a:t>
            </a:r>
            <a:endParaRPr lang="en-US" sz="1200" dirty="0">
              <a:solidFill>
                <a:schemeClr val="tx2"/>
              </a:solidFill>
              <a:latin typeface="Aptos Display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8 Tableau Dashboards developed in partnership with Emergency Department (ED), Adult Inpatient Medical Services (AIMS), Inpatient, Operating Room (OR)/Procedural, Urgent Care, Telemedicine and Patient Flow teams.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30+ Business Objects (BO) reports supporting recurring operational, clinical and administrative reporting needs across PDS.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Development and maintenance of Analytics assets designed to support daily operations, performance monitoring and improvement initiatives.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43792-C857-8A38-F858-130BA48785B4}"/>
              </a:ext>
            </a:extLst>
          </p:cNvPr>
          <p:cNvSpPr txBox="1"/>
          <p:nvPr/>
        </p:nvSpPr>
        <p:spPr>
          <a:xfrm>
            <a:off x="889772" y="2880829"/>
            <a:ext cx="104124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Aptos Display" panose="020B0004020202020204" pitchFamily="34" charset="0"/>
              </a:rPr>
              <a:t>Utilization of Solutions Developed: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Integrated into daily ED huddles to review prior day performance and plan staffing and operational adjustments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Leveraged by hospitalist and inpatient leadership for visibility into key metrics like throughput, length of stay, discharge efficiency, bed utilizations and transfers.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Supported monitoring of process change and operational initiatives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36DC1-3E43-F338-8F8B-D94530898E81}"/>
              </a:ext>
            </a:extLst>
          </p:cNvPr>
          <p:cNvSpPr txBox="1"/>
          <p:nvPr/>
        </p:nvSpPr>
        <p:spPr>
          <a:xfrm>
            <a:off x="889770" y="3910217"/>
            <a:ext cx="10412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Aptos Display" panose="020B0004020202020204" pitchFamily="34" charset="0"/>
              </a:rPr>
              <a:t>Operational Areas Supported: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Emergency Department Operations: Enabled visibility into critical areas like patient event timelines, throughput bottlenecks, Length of Stay, Boarding times and Left Without Being Seen patients.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Adult Inpatient Medical Services (AIMS): Analytics providing insights into discharge efficiency, highlighting opportunities to improve early day discharges.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Inpatient and Patient Flow: Provided visibility into cycle times, Lab Turn Around Times, throughput and patient events to effectively monitor patient flow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Procedural, Transfer &amp; Specialty Operations: Supported operational reporting for OR utilization, scheduled vs actual procedures and specialty throughput. Enable visibility into Transfer Central, </a:t>
            </a:r>
            <a:r>
              <a:rPr lang="en-US" sz="1200" dirty="0" err="1">
                <a:solidFill>
                  <a:schemeClr val="tx2"/>
                </a:solidFill>
                <a:latin typeface="Aptos Display" panose="020B0004020202020204" pitchFamily="34" charset="0"/>
              </a:rPr>
              <a:t>PresNow</a:t>
            </a: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, Telemedicine, Rehab, Behavioral Health and Maternal transport activity.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F5E74-C464-FEA8-BCFA-C883FC64AAA8}"/>
              </a:ext>
            </a:extLst>
          </p:cNvPr>
          <p:cNvSpPr txBox="1"/>
          <p:nvPr/>
        </p:nvSpPr>
        <p:spPr>
          <a:xfrm>
            <a:off x="889772" y="5468537"/>
            <a:ext cx="10412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Aptos Display" panose="020B0004020202020204" pitchFamily="34" charset="0"/>
              </a:rPr>
              <a:t>Value to PDS: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Improved operational visibility across ED, inpatient and procedural domains.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Enabled teams to identify bottlenecks and track improvement efforts impacting LOS, LWBS and 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Aptos Display" panose="020B0004020202020204" pitchFamily="34" charset="0"/>
              </a:rPr>
              <a:t>Supported data-informed operational discussions and performance monitoring at the system level.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F829B-0085-7E50-5589-4C3C0CF54F80}"/>
              </a:ext>
            </a:extLst>
          </p:cNvPr>
          <p:cNvSpPr txBox="1"/>
          <p:nvPr/>
        </p:nvSpPr>
        <p:spPr>
          <a:xfrm>
            <a:off x="774700" y="197384"/>
            <a:ext cx="3263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+mj-lt"/>
                <a:cs typeface="Aptos Serif" panose="02020604070405020304" pitchFamily="18" charset="0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580329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6A85-0E2F-DE4A-847F-E38BC5800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457" y="103617"/>
            <a:ext cx="11277600" cy="635000"/>
          </a:xfrm>
        </p:spPr>
        <p:txBody>
          <a:bodyPr/>
          <a:lstStyle/>
          <a:p>
            <a:r>
              <a:rPr lang="en-US" sz="2600" b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Aptos Serif" panose="02020604070405020304" pitchFamily="18" charset="0"/>
              </a:rPr>
              <a:t>Project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cs typeface="Aptos Serif" panose="02020604070405020304" pitchFamily="18" charset="0"/>
              </a:rPr>
              <a:t> </a:t>
            </a:r>
            <a:r>
              <a:rPr lang="en-US" sz="2600" b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Aptos Serif" panose="02020604070405020304" pitchFamily="18" charset="0"/>
              </a:rPr>
              <a:t>Summary</a:t>
            </a:r>
          </a:p>
        </p:txBody>
      </p:sp>
      <p:sp>
        <p:nvSpPr>
          <p:cNvPr id="39" name="Slide Number Placeholder 3">
            <a:extLst>
              <a:ext uri="{FF2B5EF4-FFF2-40B4-BE49-F238E27FC236}">
                <a16:creationId xmlns:a16="http://schemas.microsoft.com/office/drawing/2014/main" id="{B059A4B7-5D0C-42A4-BC92-61CEDABF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7802" y="6494995"/>
            <a:ext cx="481556" cy="182358"/>
          </a:xfrm>
        </p:spPr>
        <p:txBody>
          <a:bodyPr/>
          <a:lstStyle/>
          <a:p>
            <a:fld id="{CCA08CA8-4222-D24F-ACDB-33341C247B6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5A7E4A7-5E6A-F1BB-212D-03CA304A1ABB}"/>
              </a:ext>
            </a:extLst>
          </p:cNvPr>
          <p:cNvGraphicFramePr>
            <a:graphicFrameLocks noGrp="1"/>
          </p:cNvGraphicFramePr>
          <p:nvPr/>
        </p:nvGraphicFramePr>
        <p:xfrm>
          <a:off x="8086988" y="226474"/>
          <a:ext cx="400023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370">
                  <a:extLst>
                    <a:ext uri="{9D8B030D-6E8A-4147-A177-3AD203B41FA5}">
                      <a16:colId xmlns:a16="http://schemas.microsoft.com/office/drawing/2014/main" val="4266097820"/>
                    </a:ext>
                  </a:extLst>
                </a:gridCol>
                <a:gridCol w="748122">
                  <a:extLst>
                    <a:ext uri="{9D8B030D-6E8A-4147-A177-3AD203B41FA5}">
                      <a16:colId xmlns:a16="http://schemas.microsoft.com/office/drawing/2014/main" val="3200941480"/>
                    </a:ext>
                  </a:extLst>
                </a:gridCol>
                <a:gridCol w="659254">
                  <a:extLst>
                    <a:ext uri="{9D8B030D-6E8A-4147-A177-3AD203B41FA5}">
                      <a16:colId xmlns:a16="http://schemas.microsoft.com/office/drawing/2014/main" val="686797013"/>
                    </a:ext>
                  </a:extLst>
                </a:gridCol>
                <a:gridCol w="714497">
                  <a:extLst>
                    <a:ext uri="{9D8B030D-6E8A-4147-A177-3AD203B41FA5}">
                      <a16:colId xmlns:a16="http://schemas.microsoft.com/office/drawing/2014/main" val="2207850368"/>
                    </a:ext>
                  </a:extLst>
                </a:gridCol>
                <a:gridCol w="714497">
                  <a:extLst>
                    <a:ext uri="{9D8B030D-6E8A-4147-A177-3AD203B41FA5}">
                      <a16:colId xmlns:a16="http://schemas.microsoft.com/office/drawing/2014/main" val="2292109528"/>
                    </a:ext>
                  </a:extLst>
                </a:gridCol>
                <a:gridCol w="714497">
                  <a:extLst>
                    <a:ext uri="{9D8B030D-6E8A-4147-A177-3AD203B41FA5}">
                      <a16:colId xmlns:a16="http://schemas.microsoft.com/office/drawing/2014/main" val="204961582"/>
                    </a:ext>
                  </a:extLst>
                </a:gridCol>
              </a:tblGrid>
              <a:tr h="151031"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6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Completed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going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In Pipeline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98738"/>
                  </a:ext>
                </a:extLst>
              </a:tr>
            </a:tbl>
          </a:graphicData>
        </a:graphic>
      </p:graphicFrame>
      <p:sp>
        <p:nvSpPr>
          <p:cNvPr id="6" name="Footer Placeholder 17">
            <a:extLst>
              <a:ext uri="{FF2B5EF4-FFF2-40B4-BE49-F238E27FC236}">
                <a16:creationId xmlns:a16="http://schemas.microsoft.com/office/drawing/2014/main" id="{6C84B8DF-B299-8461-A1D8-99773AE247C6}"/>
              </a:ext>
            </a:extLst>
          </p:cNvPr>
          <p:cNvSpPr txBox="1">
            <a:spLocks/>
          </p:cNvSpPr>
          <p:nvPr/>
        </p:nvSpPr>
        <p:spPr>
          <a:xfrm>
            <a:off x="8362950" y="6460159"/>
            <a:ext cx="2102130" cy="1823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©2021 ExlService Holdings, Inc. All rights reserved.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5F193F-37E1-EB1D-CDDF-2156EBC61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643865"/>
              </p:ext>
            </p:extLst>
          </p:nvPr>
        </p:nvGraphicFramePr>
        <p:xfrm>
          <a:off x="710266" y="826665"/>
          <a:ext cx="10313322" cy="62015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82162">
                  <a:extLst>
                    <a:ext uri="{9D8B030D-6E8A-4147-A177-3AD203B41FA5}">
                      <a16:colId xmlns:a16="http://schemas.microsoft.com/office/drawing/2014/main" val="3074997767"/>
                    </a:ext>
                  </a:extLst>
                </a:gridCol>
                <a:gridCol w="1396099">
                  <a:extLst>
                    <a:ext uri="{9D8B030D-6E8A-4147-A177-3AD203B41FA5}">
                      <a16:colId xmlns:a16="http://schemas.microsoft.com/office/drawing/2014/main" val="2094559367"/>
                    </a:ext>
                  </a:extLst>
                </a:gridCol>
                <a:gridCol w="2474499">
                  <a:extLst>
                    <a:ext uri="{9D8B030D-6E8A-4147-A177-3AD203B41FA5}">
                      <a16:colId xmlns:a16="http://schemas.microsoft.com/office/drawing/2014/main" val="3294381601"/>
                    </a:ext>
                  </a:extLst>
                </a:gridCol>
                <a:gridCol w="5560562">
                  <a:extLst>
                    <a:ext uri="{9D8B030D-6E8A-4147-A177-3AD203B41FA5}">
                      <a16:colId xmlns:a16="http://schemas.microsoft.com/office/drawing/2014/main" val="1915769321"/>
                    </a:ext>
                  </a:extLst>
                </a:gridCol>
              </a:tblGrid>
              <a:tr h="4687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Area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Stakeholders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Resources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Projects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240569"/>
                  </a:ext>
                </a:extLst>
              </a:tr>
              <a:tr h="15544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PDS</a:t>
                      </a:r>
                      <a:endParaRPr lang="en-US" sz="13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James Fringe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Update PDS Pharmacy Tableau Dashboard code and filtering capabilities (Sarita)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Lumens GI procedures inclusions to existing reports: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Scheduled vs Actual (Sarita)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Pres Hosp Monthly Cases Register (Sarita)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RMC Monthly Cases Register (Sarita)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SFMC Monthly Cases Register (Sarita)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Cardiovascular Labs Scheduled vs Actual Monthly Report (Sarita)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BH Consults - Daily Admission Rate for BH Consult Wait Time Scorecard Measure (Sarita)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Maternal transports in-and-out of each PDS facility that does deliveries - Information for The Joint Commission (TJC) Maternal Levels of Care (Sarita)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Telemedicine IP Consult notes by Provider update – Reclassification of providers to Pediatric Hematology/Oncology (Sarita)</a:t>
                      </a:r>
                      <a:endParaRPr lang="en-US" sz="1000" b="0" kern="1200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33337"/>
                  </a:ext>
                </a:extLst>
              </a:tr>
              <a:tr h="1048711">
                <a:tc vMerge="1">
                  <a:txBody>
                    <a:bodyPr/>
                    <a:lstStyle/>
                    <a:p>
                      <a:pPr algn="l"/>
                      <a:endParaRPr lang="en-US" sz="12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AIMS Hospitalist Dashboard – Integrate Telemedicine Hospitalist metrics (Abhinav)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 Left Without Being Seen (LWBS) Analysis in support of  Patient LWBS Scorecard Insights Package (Abhinav)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ED Operations Dashboard – Add Emergency Department Benchmark Alliance (EDBA) benchmarks (Abhinav)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 Provider Incentive UAT Dashboard Remediation  (Abhinav)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kern="1200" dirty="0" err="1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PresNow</a:t>
                      </a:r>
                      <a:r>
                        <a:rPr lang="en-US" sz="10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ED/UC Dashboard Update (Abhinav)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081002"/>
                  </a:ext>
                </a:extLst>
              </a:tr>
              <a:tr h="12446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PMG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Real Time Eligibility (RTE) update to existing Payor Map Tier reporting (Honey)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rgbClr val="00642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Patient Population Access (PPA)- Patient Trend Analysis </a:t>
                      </a: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(Honey)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Modifications to Transitional Care Management Monthly Report </a:t>
                      </a: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(Honey)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Specialty PCP Empaneled Patients (Honey)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Termed provider Controlled Substance reporting enhancements (Honey)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Rehabilitation Utilization Analysis (Honey)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2782"/>
                  </a:ext>
                </a:extLst>
              </a:tr>
              <a:tr h="140970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Pre-registration Verification detail data (Parul)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Dr. Ketcham patient panel 2025 for Grant submission (Parul)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Low Back Pain – Referrals and Scheduling (Parul)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Performance metrics tracking for Care Managers  (Parul)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Virtual Care Questionnaire Outreach analysis (Parul)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000" b="0" kern="1200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1521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75920BF-4E02-ADF5-6DDA-0B71DF25BF2C}"/>
              </a:ext>
            </a:extLst>
          </p:cNvPr>
          <p:cNvSpPr txBox="1"/>
          <p:nvPr/>
        </p:nvSpPr>
        <p:spPr>
          <a:xfrm>
            <a:off x="4005306" y="2666359"/>
            <a:ext cx="9550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Sarita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78F0A3-EDE7-7A06-B3AC-7C44614A5DA7}"/>
              </a:ext>
            </a:extLst>
          </p:cNvPr>
          <p:cNvSpPr txBox="1"/>
          <p:nvPr/>
        </p:nvSpPr>
        <p:spPr>
          <a:xfrm>
            <a:off x="3875849" y="3952091"/>
            <a:ext cx="9550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Abhinav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0ED78-9AEE-276B-6F81-5F8F6D4BC548}"/>
              </a:ext>
            </a:extLst>
          </p:cNvPr>
          <p:cNvSpPr txBox="1"/>
          <p:nvPr/>
        </p:nvSpPr>
        <p:spPr>
          <a:xfrm>
            <a:off x="2500734" y="5421034"/>
            <a:ext cx="9550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Honey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CA898-3E4E-9A1D-87E9-B7C36AEE76EB}"/>
              </a:ext>
            </a:extLst>
          </p:cNvPr>
          <p:cNvSpPr txBox="1"/>
          <p:nvPr/>
        </p:nvSpPr>
        <p:spPr>
          <a:xfrm>
            <a:off x="2540359" y="6565255"/>
            <a:ext cx="9550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Parul</a:t>
            </a:r>
          </a:p>
        </p:txBody>
      </p:sp>
    </p:spTree>
    <p:extLst>
      <p:ext uri="{BB962C8B-B14F-4D97-AF65-F5344CB8AC3E}">
        <p14:creationId xmlns:p14="http://schemas.microsoft.com/office/powerpoint/2010/main" val="389530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6A85-0E2F-DE4A-847F-E38BC5800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533" y="74916"/>
            <a:ext cx="11277600" cy="635000"/>
          </a:xfrm>
        </p:spPr>
        <p:txBody>
          <a:bodyPr/>
          <a:lstStyle/>
          <a:p>
            <a:r>
              <a:rPr lang="en-US" sz="2600" b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Aptos Serif" panose="02020604070405020304" pitchFamily="18" charset="0"/>
              </a:rPr>
              <a:t>Value Delivery</a:t>
            </a:r>
          </a:p>
        </p:txBody>
      </p:sp>
      <p:sp>
        <p:nvSpPr>
          <p:cNvPr id="38" name="Footer Placeholder 17">
            <a:extLst>
              <a:ext uri="{FF2B5EF4-FFF2-40B4-BE49-F238E27FC236}">
                <a16:creationId xmlns:a16="http://schemas.microsoft.com/office/drawing/2014/main" id="{E6483E37-D9E3-4B6A-B38F-A5E0CD60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66706" y="6494995"/>
            <a:ext cx="5398374" cy="182358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©2021 ExlService Holdings, Inc. All rights reserved.</a:t>
            </a:r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4CBA8107-8620-4E85-9263-2DC49199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7802" y="6494995"/>
            <a:ext cx="481556" cy="182358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08CA8-4222-D24F-ACDB-33341C247B6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3735E9A-7566-42A2-B871-83DBDB71694C}"/>
              </a:ext>
            </a:extLst>
          </p:cNvPr>
          <p:cNvSpPr txBox="1">
            <a:spLocks/>
          </p:cNvSpPr>
          <p:nvPr/>
        </p:nvSpPr>
        <p:spPr>
          <a:xfrm>
            <a:off x="10527802" y="6494995"/>
            <a:ext cx="481556" cy="1823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08CA8-4222-D24F-ACDB-33341C247B6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17">
            <a:extLst>
              <a:ext uri="{FF2B5EF4-FFF2-40B4-BE49-F238E27FC236}">
                <a16:creationId xmlns:a16="http://schemas.microsoft.com/office/drawing/2014/main" id="{EAC03652-6E04-4BB9-9BFD-8835F7F42639}"/>
              </a:ext>
            </a:extLst>
          </p:cNvPr>
          <p:cNvSpPr txBox="1">
            <a:spLocks/>
          </p:cNvSpPr>
          <p:nvPr/>
        </p:nvSpPr>
        <p:spPr>
          <a:xfrm>
            <a:off x="5066706" y="6494995"/>
            <a:ext cx="5398374" cy="1823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©2021 ExlService Holdings, Inc. All rights reserved.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514224-19B1-441C-A1E0-601FDA565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35256"/>
              </p:ext>
            </p:extLst>
          </p:nvPr>
        </p:nvGraphicFramePr>
        <p:xfrm>
          <a:off x="182533" y="715704"/>
          <a:ext cx="11838565" cy="609719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216343">
                  <a:extLst>
                    <a:ext uri="{9D8B030D-6E8A-4147-A177-3AD203B41FA5}">
                      <a16:colId xmlns:a16="http://schemas.microsoft.com/office/drawing/2014/main" val="2525314513"/>
                    </a:ext>
                  </a:extLst>
                </a:gridCol>
                <a:gridCol w="3115635">
                  <a:extLst>
                    <a:ext uri="{9D8B030D-6E8A-4147-A177-3AD203B41FA5}">
                      <a16:colId xmlns:a16="http://schemas.microsoft.com/office/drawing/2014/main" val="2419478830"/>
                    </a:ext>
                  </a:extLst>
                </a:gridCol>
                <a:gridCol w="1169581">
                  <a:extLst>
                    <a:ext uri="{9D8B030D-6E8A-4147-A177-3AD203B41FA5}">
                      <a16:colId xmlns:a16="http://schemas.microsoft.com/office/drawing/2014/main" val="838181055"/>
                    </a:ext>
                  </a:extLst>
                </a:gridCol>
                <a:gridCol w="5422605">
                  <a:extLst>
                    <a:ext uri="{9D8B030D-6E8A-4147-A177-3AD203B41FA5}">
                      <a16:colId xmlns:a16="http://schemas.microsoft.com/office/drawing/2014/main" val="1508783398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437792857"/>
                    </a:ext>
                  </a:extLst>
                </a:gridCol>
              </a:tblGrid>
              <a:tr h="3407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Initiative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Tasks / Projects</a:t>
                      </a:r>
                      <a:endParaRPr kumimoji="0" lang="en-US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Value Addition</a:t>
                      </a:r>
                      <a:endParaRPr kumimoji="0" lang="en-US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Status</a:t>
                      </a:r>
                      <a:endParaRPr kumimoji="0" lang="en-US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359570"/>
                  </a:ext>
                </a:extLst>
              </a:tr>
              <a:tr h="481832"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 Provider Incentive UAT Dashboard Remediation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Abhinav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Development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 for insights into provider incentives and provider productivity: Work RVUs, EKG &amp; SOAP Note RVUs, Shift Hours, Disposition *(Waiting on Lawson view update from David Bluel)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 Progress 90%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442007"/>
                  </a:ext>
                </a:extLst>
              </a:tr>
              <a:tr h="400505">
                <a:tc vMerge="1">
                  <a:txBody>
                    <a:bodyPr/>
                    <a:lstStyle/>
                    <a:p>
                      <a:pPr algn="ctr"/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 Left Without Being Seen (LWBS) Analysis in support of  Patient LWBS Scorecard Insights Package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Abhinav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Development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 for insights into ED patients that Left without being seen.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39155"/>
                  </a:ext>
                </a:extLst>
              </a:tr>
              <a:tr h="467724">
                <a:tc vMerge="1">
                  <a:txBody>
                    <a:bodyPr/>
                    <a:lstStyle/>
                    <a:p>
                      <a:pPr algn="ctr"/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Cardiovascular Labs Scheduled vs Actual Monthly Report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Sarita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Enhancement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to track the YTD and monthly CVL volumes and  to compare the Scheduled vs Actual CVL Volume – adding RMC Cath Lab, PH Cath Lab, RMC non-invasive and PH non-invasive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 Progress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90%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822805"/>
                  </a:ext>
                </a:extLst>
              </a:tr>
              <a:tr h="527358">
                <a:tc vMerge="1">
                  <a:txBody>
                    <a:bodyPr/>
                    <a:lstStyle/>
                    <a:p>
                      <a:pPr algn="ctr"/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BH Consults - Daily Admission Rate for BH Consult Wait Time Scorecard Measure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Sarita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Development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to monitor the daily volume of ED arrivals with BH consult to admission and % of BH consults leading to admission at PH and outside PH facilities broken down by consult liaison.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 UAT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95%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b="0" kern="1200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404754"/>
                  </a:ext>
                </a:extLst>
              </a:tr>
              <a:tr h="393093">
                <a:tc vMerge="1">
                  <a:txBody>
                    <a:bodyPr/>
                    <a:lstStyle/>
                    <a:p>
                      <a:pPr algn="ctr"/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Maternal transports in-and-out of each PDS facility that does deliveries - Information for The Joint Commission (TJC) Maternal Levels of Care</a:t>
                      </a:r>
                      <a:endParaRPr lang="en-US" sz="10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Sarita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Development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tracking the monthly volume of maternal transfers in and out of PDS Facility.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Progress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519544"/>
                  </a:ext>
                </a:extLst>
              </a:tr>
              <a:tr h="569056">
                <a:tc rowSpan="7">
                  <a:txBody>
                    <a:bodyPr/>
                    <a:lstStyle/>
                    <a:p>
                      <a:pPr algn="ctr"/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Enhancements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AIMS Hospitalist Dashboard – Integrate Telemedicine Hospitalist metrics </a:t>
                      </a:r>
                      <a:endParaRPr lang="en-US" sz="1000" b="0" kern="1200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Abhinav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Integration of Turn Around Time metrics (Admit order to Admit Completion, PCC Order to Admit Completion) to the AIMS Dashboard.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noProof="0" dirty="0">
                          <a:solidFill>
                            <a:srgbClr val="000000"/>
                          </a:solidFill>
                          <a:effectLst/>
                        </a:rPr>
                        <a:t>Completed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noProof="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en-US" sz="10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11135"/>
                  </a:ext>
                </a:extLst>
              </a:tr>
              <a:tr h="569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ED Operations Dashboard – Add Emergency Department Benchmark Alliance (EDBA) benchmarks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Abhinav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Incorporate EDBA benchmarks and goals to the ED Operations Dashboard.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In Progress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10%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45143"/>
                  </a:ext>
                </a:extLst>
              </a:tr>
              <a:tr h="338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PDS Pharmacy Dashboard Code and Filtering Capabilities </a:t>
                      </a:r>
                      <a:endParaRPr lang="en-US" sz="1000" b="0" kern="1200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Sarita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Inclusion of New visit types in the code and new filter to the PDS Pharmacy Dashboard.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noProof="0" dirty="0">
                          <a:solidFill>
                            <a:srgbClr val="000000"/>
                          </a:solidFill>
                          <a:effectLst/>
                        </a:rPr>
                        <a:t>Completed 100%</a:t>
                      </a:r>
                      <a:endParaRPr lang="en-US" sz="10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60196"/>
                  </a:ext>
                </a:extLst>
              </a:tr>
              <a:tr h="338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642D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Lumens GI procedures inclusions to existing reports: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Scheduled vs Actual - Lumens 2025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 OR Monthly OR Cases Register – Lumens 2025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RMC Monthly OR Cases Register – Lumens 2025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SFMC Monthly OR Cases Register – Lumens 2025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Sarita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To modify the existing logic of the report to eliminate data duplication</a:t>
                      </a: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noProof="0" dirty="0">
                          <a:solidFill>
                            <a:srgbClr val="000000"/>
                          </a:solidFill>
                          <a:effectLst/>
                        </a:rPr>
                        <a:t>Completed 100%</a:t>
                      </a:r>
                      <a:endParaRPr lang="en-US" sz="10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97807"/>
                  </a:ext>
                </a:extLst>
              </a:tr>
              <a:tr h="4495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To modify the existing logic of the report to eliminate data duplication</a:t>
                      </a: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Completed 100%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135263"/>
                  </a:ext>
                </a:extLst>
              </a:tr>
              <a:tr h="406018">
                <a:tc vMerge="1">
                  <a:txBody>
                    <a:bodyPr/>
                    <a:lstStyle/>
                    <a:p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To modify the existing logic of the report to remove duplicity of data</a:t>
                      </a: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120787"/>
                  </a:ext>
                </a:extLst>
              </a:tr>
              <a:tr h="491110">
                <a:tc vMerge="1">
                  <a:txBody>
                    <a:bodyPr/>
                    <a:lstStyle/>
                    <a:p>
                      <a:pPr algn="ctr"/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</a:rPr>
                        <a:t>Development and modifications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effectLst/>
                        </a:rPr>
                        <a:t>To modify the existing logic of the report to eliminate data duplication</a:t>
                      </a:r>
                      <a:r>
                        <a:rPr lang="en-US" sz="1000" kern="1200" baseline="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kern="1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58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24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E72DD-A58E-BCBE-9649-7448E74E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©2021 ExlService Holdings, Inc.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F9E67-3368-26D8-5BAB-2E7AF402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8CA8-4222-D24F-ACDB-33341C247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CC1C88-D106-0977-4E32-CCA4A8F41550}"/>
              </a:ext>
            </a:extLst>
          </p:cNvPr>
          <p:cNvSpPr txBox="1"/>
          <p:nvPr/>
        </p:nvSpPr>
        <p:spPr>
          <a:xfrm>
            <a:off x="901700" y="689826"/>
            <a:ext cx="3263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+mj-lt"/>
                <a:cs typeface="Aptos Serif" panose="02020604070405020304" pitchFamily="18" charset="0"/>
              </a:rPr>
              <a:t>Team Capability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05A502-D758-7716-7AAB-E49A5638750A}"/>
              </a:ext>
            </a:extLst>
          </p:cNvPr>
          <p:cNvSpPr txBox="1"/>
          <p:nvPr/>
        </p:nvSpPr>
        <p:spPr>
          <a:xfrm>
            <a:off x="1296030" y="2473271"/>
            <a:ext cx="122414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Nikunj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6868E-B1F3-9800-919C-AD1E98F526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58671" y="1562237"/>
            <a:ext cx="664842" cy="84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F2E84-0D0B-66B9-C0BB-0EBD8AD5C03C}"/>
              </a:ext>
            </a:extLst>
          </p:cNvPr>
          <p:cNvSpPr txBox="1"/>
          <p:nvPr/>
        </p:nvSpPr>
        <p:spPr>
          <a:xfrm>
            <a:off x="2302732" y="1477535"/>
            <a:ext cx="2637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Exp -</a:t>
            </a:r>
          </a:p>
          <a:p>
            <a:r>
              <a:rPr lang="en-US" dirty="0"/>
              <a:t>EXL Exp - </a:t>
            </a:r>
          </a:p>
          <a:p>
            <a:r>
              <a:rPr lang="en-US" dirty="0"/>
              <a:t>Skills - </a:t>
            </a:r>
          </a:p>
        </p:txBody>
      </p:sp>
    </p:spTree>
    <p:extLst>
      <p:ext uri="{BB962C8B-B14F-4D97-AF65-F5344CB8AC3E}">
        <p14:creationId xmlns:p14="http://schemas.microsoft.com/office/powerpoint/2010/main" val="2093218900"/>
      </p:ext>
    </p:extLst>
  </p:cSld>
  <p:clrMapOvr>
    <a:masterClrMapping/>
  </p:clrMapOvr>
</p:sld>
</file>

<file path=ppt/theme/theme1.xml><?xml version="1.0" encoding="utf-8"?>
<a:theme xmlns:a="http://schemas.openxmlformats.org/drawingml/2006/main" name="9_Light Version">
  <a:themeElements>
    <a:clrScheme name="Custom 53">
      <a:dk1>
        <a:srgbClr val="000000"/>
      </a:dk1>
      <a:lt1>
        <a:srgbClr val="FFFFFF"/>
      </a:lt1>
      <a:dk2>
        <a:srgbClr val="1B1618"/>
      </a:dk2>
      <a:lt2>
        <a:srgbClr val="A6192E"/>
      </a:lt2>
      <a:accent1>
        <a:srgbClr val="EB8420"/>
      </a:accent1>
      <a:accent2>
        <a:srgbClr val="48B9C8"/>
      </a:accent2>
      <a:accent3>
        <a:srgbClr val="0076A0"/>
      </a:accent3>
      <a:accent4>
        <a:srgbClr val="5E3070"/>
      </a:accent4>
      <a:accent5>
        <a:srgbClr val="E0DCCA"/>
      </a:accent5>
      <a:accent6>
        <a:srgbClr val="D7DAD8"/>
      </a:accent6>
      <a:hlink>
        <a:srgbClr val="1B1618"/>
      </a:hlink>
      <a:folHlink>
        <a:srgbClr val="48BA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E5C29D1DBC2428704B760293B1EDF" ma:contentTypeVersion="1" ma:contentTypeDescription="Create a new document." ma:contentTypeScope="" ma:versionID="b1ed5c43868f848ec4da02cef256ba6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e4863383729cb444416dcdc8f5e0b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F38958-18FF-47BF-A116-14D225215428}">
  <ds:schemaRefs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E5DCFB5-A1B3-4E39-83C3-D6CF558B1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B214A06-4CC9-42FC-86DB-307C287F65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49833</TotalTime>
  <Words>1190</Words>
  <Application>Microsoft Office PowerPoint</Application>
  <PresentationFormat>Widescreen</PresentationFormat>
  <Paragraphs>152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9_Light Version</vt:lpstr>
      <vt:lpstr>EXL Health  PHS EXL Leadership Meeting</vt:lpstr>
      <vt:lpstr>PowerPoint Presentation</vt:lpstr>
      <vt:lpstr>Project Summary</vt:lpstr>
      <vt:lpstr>Value Delivery</vt:lpstr>
      <vt:lpstr>PowerPoint Presentation</vt:lpstr>
    </vt:vector>
  </TitlesOfParts>
  <Company>EXL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 Ram</dc:creator>
  <cp:lastModifiedBy>Agrawal, Abhinav</cp:lastModifiedBy>
  <cp:revision>551</cp:revision>
  <dcterms:created xsi:type="dcterms:W3CDTF">2021-09-21T13:00:21Z</dcterms:created>
  <dcterms:modified xsi:type="dcterms:W3CDTF">2026-01-30T11:10:34Z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0x010100873E5C29D1DBC2428704B760293B1EDF</vt:lpwstr>
  </property>
</Properties>
</file>